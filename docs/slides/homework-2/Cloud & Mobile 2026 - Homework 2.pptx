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5" r:id="rId9"/>
    <p:sldId id="266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BF7"/>
    <a:srgbClr val="FFFFFF"/>
    <a:srgbClr val="EA4301"/>
    <a:srgbClr val="197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4.svg"/><Relationship Id="rId5" Type="http://schemas.openxmlformats.org/officeDocument/2006/relationships/image" Target="../media/image18.svg"/><Relationship Id="rId4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4.svg"/><Relationship Id="rId5" Type="http://schemas.openxmlformats.org/officeDocument/2006/relationships/image" Target="../media/image18.svg"/><Relationship Id="rId4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935F43-367D-44EF-9CD2-BAAC6A86E0A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F26160-17E2-4149-BE32-F1284CC1E8F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Il file contiene le associazioni tra un talk principale e i talk suggeriti tramite i loro ID</a:t>
          </a:r>
          <a:endParaRPr lang="en-US"/>
        </a:p>
      </dgm:t>
    </dgm:pt>
    <dgm:pt modelId="{EAC2D641-7E30-4266-8A0A-650F00E63D75}" type="parTrans" cxnId="{2B978418-3C2B-4837-8A88-7A12BB1F9806}">
      <dgm:prSet/>
      <dgm:spPr/>
      <dgm:t>
        <a:bodyPr/>
        <a:lstStyle/>
        <a:p>
          <a:endParaRPr lang="en-US"/>
        </a:p>
      </dgm:t>
    </dgm:pt>
    <dgm:pt modelId="{6496E1E4-CED3-4A2F-A5FB-E6722C3402FF}" type="sibTrans" cxnId="{2B978418-3C2B-4837-8A88-7A12BB1F9806}">
      <dgm:prSet/>
      <dgm:spPr/>
      <dgm:t>
        <a:bodyPr/>
        <a:lstStyle/>
        <a:p>
          <a:endParaRPr lang="en-US"/>
        </a:p>
      </dgm:t>
    </dgm:pt>
    <dgm:pt modelId="{CC559D55-8B11-4582-B5DD-CA6876BE95F7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Nel DWH vogliamo costruire un modello aggregato in cui salvare queste informazioni</a:t>
          </a:r>
          <a:endParaRPr lang="en-US"/>
        </a:p>
      </dgm:t>
    </dgm:pt>
    <dgm:pt modelId="{F217CBD8-415E-4C54-B785-7C614EF638D5}" type="parTrans" cxnId="{7F3CBA19-1723-4BD5-856B-D6A925AC86D4}">
      <dgm:prSet/>
      <dgm:spPr/>
      <dgm:t>
        <a:bodyPr/>
        <a:lstStyle/>
        <a:p>
          <a:endParaRPr lang="en-US"/>
        </a:p>
      </dgm:t>
    </dgm:pt>
    <dgm:pt modelId="{86777EEA-B055-49BE-A8E3-0D1987FC9074}" type="sibTrans" cxnId="{7F3CBA19-1723-4BD5-856B-D6A925AC86D4}">
      <dgm:prSet/>
      <dgm:spPr/>
      <dgm:t>
        <a:bodyPr/>
        <a:lstStyle/>
        <a:p>
          <a:endParaRPr lang="en-US"/>
        </a:p>
      </dgm:t>
    </dgm:pt>
    <dgm:pt modelId="{CAC49CC8-FE4E-47E6-8A23-83E59AF379D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Trasformiamo le associazioni ID nel file .csv in array annidati nel nostro Database</a:t>
          </a:r>
          <a:endParaRPr lang="en-US"/>
        </a:p>
      </dgm:t>
    </dgm:pt>
    <dgm:pt modelId="{77456B38-28D3-4137-9759-B11573933CD0}" type="parTrans" cxnId="{EA7FA26E-A364-4124-BD56-BB27B8BB8AE2}">
      <dgm:prSet/>
      <dgm:spPr/>
      <dgm:t>
        <a:bodyPr/>
        <a:lstStyle/>
        <a:p>
          <a:endParaRPr lang="en-US"/>
        </a:p>
      </dgm:t>
    </dgm:pt>
    <dgm:pt modelId="{7E256AE2-4C93-407D-A067-DC24273D82B4}" type="sibTrans" cxnId="{EA7FA26E-A364-4124-BD56-BB27B8BB8AE2}">
      <dgm:prSet/>
      <dgm:spPr/>
      <dgm:t>
        <a:bodyPr/>
        <a:lstStyle/>
        <a:p>
          <a:endParaRPr lang="en-US"/>
        </a:p>
      </dgm:t>
    </dgm:pt>
    <dgm:pt modelId="{035A8856-1DA3-4A6E-B2DE-97449B0DB0A0}" type="pres">
      <dgm:prSet presAssocID="{05935F43-367D-44EF-9CD2-BAAC6A86E0A4}" presName="root" presStyleCnt="0">
        <dgm:presLayoutVars>
          <dgm:dir/>
          <dgm:resizeHandles val="exact"/>
        </dgm:presLayoutVars>
      </dgm:prSet>
      <dgm:spPr/>
    </dgm:pt>
    <dgm:pt modelId="{30DECB1E-C0C6-43C1-985D-53B69FCDDB71}" type="pres">
      <dgm:prSet presAssocID="{1FF26160-17E2-4149-BE32-F1284CC1E8FE}" presName="compNode" presStyleCnt="0"/>
      <dgm:spPr/>
    </dgm:pt>
    <dgm:pt modelId="{A6F5DF56-F522-48CA-9B40-2B1FFB06D0F3}" type="pres">
      <dgm:prSet presAssocID="{1FF26160-17E2-4149-BE32-F1284CC1E8F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400EE69F-1F3F-4295-8E27-896FD0B1ED57}" type="pres">
      <dgm:prSet presAssocID="{1FF26160-17E2-4149-BE32-F1284CC1E8FE}" presName="spaceRect" presStyleCnt="0"/>
      <dgm:spPr/>
    </dgm:pt>
    <dgm:pt modelId="{6473CDDB-0B5A-43BC-B785-0367BB765ED2}" type="pres">
      <dgm:prSet presAssocID="{1FF26160-17E2-4149-BE32-F1284CC1E8FE}" presName="textRect" presStyleLbl="revTx" presStyleIdx="0" presStyleCnt="3">
        <dgm:presLayoutVars>
          <dgm:chMax val="1"/>
          <dgm:chPref val="1"/>
        </dgm:presLayoutVars>
      </dgm:prSet>
      <dgm:spPr/>
    </dgm:pt>
    <dgm:pt modelId="{6D52F576-81D4-4C07-B4C7-8FD98E8452BA}" type="pres">
      <dgm:prSet presAssocID="{6496E1E4-CED3-4A2F-A5FB-E6722C3402FF}" presName="sibTrans" presStyleCnt="0"/>
      <dgm:spPr/>
    </dgm:pt>
    <dgm:pt modelId="{45784F56-181E-4804-9DCA-5614C73245E7}" type="pres">
      <dgm:prSet presAssocID="{CC559D55-8B11-4582-B5DD-CA6876BE95F7}" presName="compNode" presStyleCnt="0"/>
      <dgm:spPr/>
    </dgm:pt>
    <dgm:pt modelId="{E9E498EC-4F6E-485A-B834-7368303011AA}" type="pres">
      <dgm:prSet presAssocID="{CC559D55-8B11-4582-B5DD-CA6876BE95F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DE8630A-C2D6-488A-ADAC-FA68C0586CF1}" type="pres">
      <dgm:prSet presAssocID="{CC559D55-8B11-4582-B5DD-CA6876BE95F7}" presName="spaceRect" presStyleCnt="0"/>
      <dgm:spPr/>
    </dgm:pt>
    <dgm:pt modelId="{34AC07C9-CDE0-4CBD-A74A-C26A01516469}" type="pres">
      <dgm:prSet presAssocID="{CC559D55-8B11-4582-B5DD-CA6876BE95F7}" presName="textRect" presStyleLbl="revTx" presStyleIdx="1" presStyleCnt="3">
        <dgm:presLayoutVars>
          <dgm:chMax val="1"/>
          <dgm:chPref val="1"/>
        </dgm:presLayoutVars>
      </dgm:prSet>
      <dgm:spPr/>
    </dgm:pt>
    <dgm:pt modelId="{B24EF461-6647-401C-A493-E007F100529F}" type="pres">
      <dgm:prSet presAssocID="{86777EEA-B055-49BE-A8E3-0D1987FC9074}" presName="sibTrans" presStyleCnt="0"/>
      <dgm:spPr/>
    </dgm:pt>
    <dgm:pt modelId="{FB368AF8-5A64-43F0-BD72-3920B8CE569C}" type="pres">
      <dgm:prSet presAssocID="{CAC49CC8-FE4E-47E6-8A23-83E59AF379D1}" presName="compNode" presStyleCnt="0"/>
      <dgm:spPr/>
    </dgm:pt>
    <dgm:pt modelId="{2DE7A639-2893-43BA-9B31-E4C16DB9D85B}" type="pres">
      <dgm:prSet presAssocID="{CAC49CC8-FE4E-47E6-8A23-83E59AF379D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C10C6C0-998B-42D7-85BB-7A6FE9B6479D}" type="pres">
      <dgm:prSet presAssocID="{CAC49CC8-FE4E-47E6-8A23-83E59AF379D1}" presName="spaceRect" presStyleCnt="0"/>
      <dgm:spPr/>
    </dgm:pt>
    <dgm:pt modelId="{B18CCBE6-FFBC-4648-B79B-CF710947F1BC}" type="pres">
      <dgm:prSet presAssocID="{CAC49CC8-FE4E-47E6-8A23-83E59AF379D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B978418-3C2B-4837-8A88-7A12BB1F9806}" srcId="{05935F43-367D-44EF-9CD2-BAAC6A86E0A4}" destId="{1FF26160-17E2-4149-BE32-F1284CC1E8FE}" srcOrd="0" destOrd="0" parTransId="{EAC2D641-7E30-4266-8A0A-650F00E63D75}" sibTransId="{6496E1E4-CED3-4A2F-A5FB-E6722C3402FF}"/>
    <dgm:cxn modelId="{7F3CBA19-1723-4BD5-856B-D6A925AC86D4}" srcId="{05935F43-367D-44EF-9CD2-BAAC6A86E0A4}" destId="{CC559D55-8B11-4582-B5DD-CA6876BE95F7}" srcOrd="1" destOrd="0" parTransId="{F217CBD8-415E-4C54-B785-7C614EF638D5}" sibTransId="{86777EEA-B055-49BE-A8E3-0D1987FC9074}"/>
    <dgm:cxn modelId="{B4C69B4C-8EEE-4A62-BCB2-05D3AF741977}" type="presOf" srcId="{05935F43-367D-44EF-9CD2-BAAC6A86E0A4}" destId="{035A8856-1DA3-4A6E-B2DE-97449B0DB0A0}" srcOrd="0" destOrd="0" presId="urn:microsoft.com/office/officeart/2018/2/layout/IconLabelList"/>
    <dgm:cxn modelId="{EA7FA26E-A364-4124-BD56-BB27B8BB8AE2}" srcId="{05935F43-367D-44EF-9CD2-BAAC6A86E0A4}" destId="{CAC49CC8-FE4E-47E6-8A23-83E59AF379D1}" srcOrd="2" destOrd="0" parTransId="{77456B38-28D3-4137-9759-B11573933CD0}" sibTransId="{7E256AE2-4C93-407D-A067-DC24273D82B4}"/>
    <dgm:cxn modelId="{BE475980-0C10-45F5-80BA-83602C6294F5}" type="presOf" srcId="{1FF26160-17E2-4149-BE32-F1284CC1E8FE}" destId="{6473CDDB-0B5A-43BC-B785-0367BB765ED2}" srcOrd="0" destOrd="0" presId="urn:microsoft.com/office/officeart/2018/2/layout/IconLabelList"/>
    <dgm:cxn modelId="{4DB6648A-AD52-4752-87DC-0C27CF4AC412}" type="presOf" srcId="{CAC49CC8-FE4E-47E6-8A23-83E59AF379D1}" destId="{B18CCBE6-FFBC-4648-B79B-CF710947F1BC}" srcOrd="0" destOrd="0" presId="urn:microsoft.com/office/officeart/2018/2/layout/IconLabelList"/>
    <dgm:cxn modelId="{75A313C7-F4C3-4479-88C3-57F12AA845A9}" type="presOf" srcId="{CC559D55-8B11-4582-B5DD-CA6876BE95F7}" destId="{34AC07C9-CDE0-4CBD-A74A-C26A01516469}" srcOrd="0" destOrd="0" presId="urn:microsoft.com/office/officeart/2018/2/layout/IconLabelList"/>
    <dgm:cxn modelId="{639CF790-989B-43CA-BE26-351BCF7E2016}" type="presParOf" srcId="{035A8856-1DA3-4A6E-B2DE-97449B0DB0A0}" destId="{30DECB1E-C0C6-43C1-985D-53B69FCDDB71}" srcOrd="0" destOrd="0" presId="urn:microsoft.com/office/officeart/2018/2/layout/IconLabelList"/>
    <dgm:cxn modelId="{C0E552C4-9185-46D0-A01E-B1747BE95CF0}" type="presParOf" srcId="{30DECB1E-C0C6-43C1-985D-53B69FCDDB71}" destId="{A6F5DF56-F522-48CA-9B40-2B1FFB06D0F3}" srcOrd="0" destOrd="0" presId="urn:microsoft.com/office/officeart/2018/2/layout/IconLabelList"/>
    <dgm:cxn modelId="{D153064B-78AB-4C7C-8F23-B9C47D3F47D8}" type="presParOf" srcId="{30DECB1E-C0C6-43C1-985D-53B69FCDDB71}" destId="{400EE69F-1F3F-4295-8E27-896FD0B1ED57}" srcOrd="1" destOrd="0" presId="urn:microsoft.com/office/officeart/2018/2/layout/IconLabelList"/>
    <dgm:cxn modelId="{C9A75AE0-D419-41DC-AA93-3BC771ED441A}" type="presParOf" srcId="{30DECB1E-C0C6-43C1-985D-53B69FCDDB71}" destId="{6473CDDB-0B5A-43BC-B785-0367BB765ED2}" srcOrd="2" destOrd="0" presId="urn:microsoft.com/office/officeart/2018/2/layout/IconLabelList"/>
    <dgm:cxn modelId="{3C3F1E63-A637-4E40-BD1B-37D0B41F593C}" type="presParOf" srcId="{035A8856-1DA3-4A6E-B2DE-97449B0DB0A0}" destId="{6D52F576-81D4-4C07-B4C7-8FD98E8452BA}" srcOrd="1" destOrd="0" presId="urn:microsoft.com/office/officeart/2018/2/layout/IconLabelList"/>
    <dgm:cxn modelId="{51F813E1-1E70-4987-8ECF-42F7BB638AD8}" type="presParOf" srcId="{035A8856-1DA3-4A6E-B2DE-97449B0DB0A0}" destId="{45784F56-181E-4804-9DCA-5614C73245E7}" srcOrd="2" destOrd="0" presId="urn:microsoft.com/office/officeart/2018/2/layout/IconLabelList"/>
    <dgm:cxn modelId="{F6540ACA-768C-4603-A77C-8BB43E5A590D}" type="presParOf" srcId="{45784F56-181E-4804-9DCA-5614C73245E7}" destId="{E9E498EC-4F6E-485A-B834-7368303011AA}" srcOrd="0" destOrd="0" presId="urn:microsoft.com/office/officeart/2018/2/layout/IconLabelList"/>
    <dgm:cxn modelId="{511BCD7D-747E-4474-956E-0486B70D58AF}" type="presParOf" srcId="{45784F56-181E-4804-9DCA-5614C73245E7}" destId="{9DE8630A-C2D6-488A-ADAC-FA68C0586CF1}" srcOrd="1" destOrd="0" presId="urn:microsoft.com/office/officeart/2018/2/layout/IconLabelList"/>
    <dgm:cxn modelId="{BCB26A27-DE9E-4219-85E1-F49254BF3416}" type="presParOf" srcId="{45784F56-181E-4804-9DCA-5614C73245E7}" destId="{34AC07C9-CDE0-4CBD-A74A-C26A01516469}" srcOrd="2" destOrd="0" presId="urn:microsoft.com/office/officeart/2018/2/layout/IconLabelList"/>
    <dgm:cxn modelId="{C6F677BE-6BC0-4C66-8165-2AE959F3860E}" type="presParOf" srcId="{035A8856-1DA3-4A6E-B2DE-97449B0DB0A0}" destId="{B24EF461-6647-401C-A493-E007F100529F}" srcOrd="3" destOrd="0" presId="urn:microsoft.com/office/officeart/2018/2/layout/IconLabelList"/>
    <dgm:cxn modelId="{C3871341-C86E-42B5-8E42-41D72D27780B}" type="presParOf" srcId="{035A8856-1DA3-4A6E-B2DE-97449B0DB0A0}" destId="{FB368AF8-5A64-43F0-BD72-3920B8CE569C}" srcOrd="4" destOrd="0" presId="urn:microsoft.com/office/officeart/2018/2/layout/IconLabelList"/>
    <dgm:cxn modelId="{6A5F9A47-CC48-447D-9B6A-C247B7EAE0FE}" type="presParOf" srcId="{FB368AF8-5A64-43F0-BD72-3920B8CE569C}" destId="{2DE7A639-2893-43BA-9B31-E4C16DB9D85B}" srcOrd="0" destOrd="0" presId="urn:microsoft.com/office/officeart/2018/2/layout/IconLabelList"/>
    <dgm:cxn modelId="{EC0D6BCF-81D3-49C3-8DEB-C02B316E45E5}" type="presParOf" srcId="{FB368AF8-5A64-43F0-BD72-3920B8CE569C}" destId="{1C10C6C0-998B-42D7-85BB-7A6FE9B6479D}" srcOrd="1" destOrd="0" presId="urn:microsoft.com/office/officeart/2018/2/layout/IconLabelList"/>
    <dgm:cxn modelId="{0D1D08BA-73FC-42D9-892D-D979F7D8FA2E}" type="presParOf" srcId="{FB368AF8-5A64-43F0-BD72-3920B8CE569C}" destId="{B18CCBE6-FFBC-4648-B79B-CF710947F1B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14E2AA-7C87-497A-871F-9546124C0C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4D1536F-E9BB-40B5-A154-AFA5897AC0F1}">
      <dgm:prSet/>
      <dgm:spPr/>
      <dgm:t>
        <a:bodyPr/>
        <a:lstStyle/>
        <a:p>
          <a:r>
            <a:rPr lang="en-US"/>
            <a:t>La modifica consiste nell’aggiungere anche la lettura del dataset dei talk suggeriti</a:t>
          </a:r>
        </a:p>
      </dgm:t>
    </dgm:pt>
    <dgm:pt modelId="{853043CC-3372-45FE-A64F-B84E0B711404}" type="parTrans" cxnId="{B5A3EB66-3513-4534-8113-AD3AE57BF89A}">
      <dgm:prSet/>
      <dgm:spPr/>
      <dgm:t>
        <a:bodyPr/>
        <a:lstStyle/>
        <a:p>
          <a:endParaRPr lang="en-US"/>
        </a:p>
      </dgm:t>
    </dgm:pt>
    <dgm:pt modelId="{A883FDBB-880E-40B6-84CA-62B9505AB90C}" type="sibTrans" cxnId="{B5A3EB66-3513-4534-8113-AD3AE57BF89A}">
      <dgm:prSet/>
      <dgm:spPr/>
      <dgm:t>
        <a:bodyPr/>
        <a:lstStyle/>
        <a:p>
          <a:endParaRPr lang="en-US"/>
        </a:p>
      </dgm:t>
    </dgm:pt>
    <dgm:pt modelId="{B35763F2-9BA9-4F9F-AD75-3A1AFEC35554}">
      <dgm:prSet/>
      <dgm:spPr/>
      <dgm:t>
        <a:bodyPr/>
        <a:lstStyle/>
        <a:p>
          <a:r>
            <a:rPr lang="en-US"/>
            <a:t>Il dataset viene letto nello stesso modo degli altri .csv</a:t>
          </a:r>
        </a:p>
      </dgm:t>
    </dgm:pt>
    <dgm:pt modelId="{186FBF21-9944-4698-8395-80EC8D20B7CD}" type="parTrans" cxnId="{7E2033B6-E85D-4F9F-A603-D500798291D3}">
      <dgm:prSet/>
      <dgm:spPr/>
      <dgm:t>
        <a:bodyPr/>
        <a:lstStyle/>
        <a:p>
          <a:endParaRPr lang="en-US"/>
        </a:p>
      </dgm:t>
    </dgm:pt>
    <dgm:pt modelId="{66BBAB8D-EDDA-473E-9E22-C1F72AA3AD54}" type="sibTrans" cxnId="{7E2033B6-E85D-4F9F-A603-D500798291D3}">
      <dgm:prSet/>
      <dgm:spPr/>
      <dgm:t>
        <a:bodyPr/>
        <a:lstStyle/>
        <a:p>
          <a:endParaRPr lang="en-US"/>
        </a:p>
      </dgm:t>
    </dgm:pt>
    <dgm:pt modelId="{2BC7B317-4A90-4DFB-85C4-899DE7766A0B}">
      <dgm:prSet/>
      <dgm:spPr/>
      <dgm:t>
        <a:bodyPr/>
        <a:lstStyle/>
        <a:p>
          <a:r>
            <a:rPr lang="en-US"/>
            <a:t>A differenza dei tag in cui raccogliamo una lista semplice di stringhe, per watch_next raccogliamo una lista di oggetti strutturati.</a:t>
          </a:r>
        </a:p>
      </dgm:t>
    </dgm:pt>
    <dgm:pt modelId="{CF9171D0-77E5-4AFC-B6C3-8735BEC3B668}" type="parTrans" cxnId="{833AA584-9B65-4A80-B986-C56C6BFE3A14}">
      <dgm:prSet/>
      <dgm:spPr/>
      <dgm:t>
        <a:bodyPr/>
        <a:lstStyle/>
        <a:p>
          <a:endParaRPr lang="en-US"/>
        </a:p>
      </dgm:t>
    </dgm:pt>
    <dgm:pt modelId="{7307EE40-18F2-43CF-88FC-651B53C50A71}" type="sibTrans" cxnId="{833AA584-9B65-4A80-B986-C56C6BFE3A14}">
      <dgm:prSet/>
      <dgm:spPr/>
      <dgm:t>
        <a:bodyPr/>
        <a:lstStyle/>
        <a:p>
          <a:endParaRPr lang="en-US"/>
        </a:p>
      </dgm:t>
    </dgm:pt>
    <dgm:pt modelId="{39133310-6DEA-4DDB-8A00-D61A8B17EB4C}">
      <dgm:prSet/>
      <dgm:spPr/>
      <dgm:t>
        <a:bodyPr/>
        <a:lstStyle/>
        <a:p>
          <a:r>
            <a:rPr lang="en-US"/>
            <a:t>Infine il dataset aggregato viene aggiunto al modello finale con una nuova join (e scritto in MongoDB)</a:t>
          </a:r>
        </a:p>
      </dgm:t>
    </dgm:pt>
    <dgm:pt modelId="{2668E8AC-BFF6-4002-9946-06A6D2D551E5}" type="parTrans" cxnId="{95481778-4DC6-478F-AE8D-01022006BF49}">
      <dgm:prSet/>
      <dgm:spPr/>
      <dgm:t>
        <a:bodyPr/>
        <a:lstStyle/>
        <a:p>
          <a:endParaRPr lang="en-US"/>
        </a:p>
      </dgm:t>
    </dgm:pt>
    <dgm:pt modelId="{542544AC-F624-4729-A500-D14E9680EAEA}" type="sibTrans" cxnId="{95481778-4DC6-478F-AE8D-01022006BF49}">
      <dgm:prSet/>
      <dgm:spPr/>
      <dgm:t>
        <a:bodyPr/>
        <a:lstStyle/>
        <a:p>
          <a:endParaRPr lang="en-US"/>
        </a:p>
      </dgm:t>
    </dgm:pt>
    <dgm:pt modelId="{620E41F4-A9FC-4526-B7B9-A097D54FF70E}">
      <dgm:prSet/>
      <dgm:spPr/>
      <dgm:t>
        <a:bodyPr/>
        <a:lstStyle/>
        <a:p>
          <a:r>
            <a:rPr lang="en-US"/>
            <a:t>Abbiamo aggregato per ID usando la stessa logica già usata per i tag</a:t>
          </a:r>
        </a:p>
      </dgm:t>
    </dgm:pt>
    <dgm:pt modelId="{FA0D8A89-75F8-439C-A689-383AA496A07A}" type="sibTrans" cxnId="{8B13F14D-321C-4893-A304-4B26914BC2F3}">
      <dgm:prSet/>
      <dgm:spPr/>
      <dgm:t>
        <a:bodyPr/>
        <a:lstStyle/>
        <a:p>
          <a:endParaRPr lang="en-US"/>
        </a:p>
      </dgm:t>
    </dgm:pt>
    <dgm:pt modelId="{3F8F40A0-72E9-419D-805D-87E4CD1AEB38}" type="parTrans" cxnId="{8B13F14D-321C-4893-A304-4B26914BC2F3}">
      <dgm:prSet/>
      <dgm:spPr/>
      <dgm:t>
        <a:bodyPr/>
        <a:lstStyle/>
        <a:p>
          <a:endParaRPr lang="en-US"/>
        </a:p>
      </dgm:t>
    </dgm:pt>
    <dgm:pt modelId="{8AB6958D-D471-4191-A0DE-39DD61E7C7C7}" type="pres">
      <dgm:prSet presAssocID="{7014E2AA-7C87-497A-871F-9546124C0C15}" presName="root" presStyleCnt="0">
        <dgm:presLayoutVars>
          <dgm:dir/>
          <dgm:resizeHandles val="exact"/>
        </dgm:presLayoutVars>
      </dgm:prSet>
      <dgm:spPr/>
    </dgm:pt>
    <dgm:pt modelId="{85C78C07-9076-4F62-B54B-A2D24407D5FC}" type="pres">
      <dgm:prSet presAssocID="{74D1536F-E9BB-40B5-A154-AFA5897AC0F1}" presName="compNode" presStyleCnt="0"/>
      <dgm:spPr/>
    </dgm:pt>
    <dgm:pt modelId="{F3D7E156-D105-4B91-8B3A-193C80B83EC5}" type="pres">
      <dgm:prSet presAssocID="{74D1536F-E9BB-40B5-A154-AFA5897AC0F1}" presName="bgRect" presStyleLbl="bgShp" presStyleIdx="0" presStyleCnt="5"/>
      <dgm:spPr/>
    </dgm:pt>
    <dgm:pt modelId="{ABFCB77A-FAB5-4FCC-B329-89A3720625C5}" type="pres">
      <dgm:prSet presAssocID="{74D1536F-E9BB-40B5-A154-AFA5897AC0F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B33D3B10-BA8B-48A4-9477-3719689F8531}" type="pres">
      <dgm:prSet presAssocID="{74D1536F-E9BB-40B5-A154-AFA5897AC0F1}" presName="spaceRect" presStyleCnt="0"/>
      <dgm:spPr/>
    </dgm:pt>
    <dgm:pt modelId="{A7CE3A40-CEB2-4ABA-A169-53F00B4809ED}" type="pres">
      <dgm:prSet presAssocID="{74D1536F-E9BB-40B5-A154-AFA5897AC0F1}" presName="parTx" presStyleLbl="revTx" presStyleIdx="0" presStyleCnt="5">
        <dgm:presLayoutVars>
          <dgm:chMax val="0"/>
          <dgm:chPref val="0"/>
        </dgm:presLayoutVars>
      </dgm:prSet>
      <dgm:spPr/>
    </dgm:pt>
    <dgm:pt modelId="{93F7EBE0-7759-4D4B-923F-9D83B1B5E1FC}" type="pres">
      <dgm:prSet presAssocID="{A883FDBB-880E-40B6-84CA-62B9505AB90C}" presName="sibTrans" presStyleCnt="0"/>
      <dgm:spPr/>
    </dgm:pt>
    <dgm:pt modelId="{1457BD4E-90B7-42A5-8316-5F77CEF88AD2}" type="pres">
      <dgm:prSet presAssocID="{B35763F2-9BA9-4F9F-AD75-3A1AFEC35554}" presName="compNode" presStyleCnt="0"/>
      <dgm:spPr/>
    </dgm:pt>
    <dgm:pt modelId="{B84974D5-6996-4FD7-8C65-C1F52BA933AC}" type="pres">
      <dgm:prSet presAssocID="{B35763F2-9BA9-4F9F-AD75-3A1AFEC35554}" presName="bgRect" presStyleLbl="bgShp" presStyleIdx="1" presStyleCnt="5"/>
      <dgm:spPr/>
    </dgm:pt>
    <dgm:pt modelId="{1C5F444B-E87F-4C27-978C-02F22DADDB41}" type="pres">
      <dgm:prSet presAssocID="{B35763F2-9BA9-4F9F-AD75-3A1AFEC3555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la"/>
        </a:ext>
      </dgm:extLst>
    </dgm:pt>
    <dgm:pt modelId="{B890F2D2-C5C6-4FDE-ACAB-735BA0962BDB}" type="pres">
      <dgm:prSet presAssocID="{B35763F2-9BA9-4F9F-AD75-3A1AFEC35554}" presName="spaceRect" presStyleCnt="0"/>
      <dgm:spPr/>
    </dgm:pt>
    <dgm:pt modelId="{41CE2CB0-1696-4C66-AB04-C2B7FECC9FCD}" type="pres">
      <dgm:prSet presAssocID="{B35763F2-9BA9-4F9F-AD75-3A1AFEC35554}" presName="parTx" presStyleLbl="revTx" presStyleIdx="1" presStyleCnt="5">
        <dgm:presLayoutVars>
          <dgm:chMax val="0"/>
          <dgm:chPref val="0"/>
        </dgm:presLayoutVars>
      </dgm:prSet>
      <dgm:spPr/>
    </dgm:pt>
    <dgm:pt modelId="{8554491C-920C-4DD4-B5B0-CE584C7A35C0}" type="pres">
      <dgm:prSet presAssocID="{66BBAB8D-EDDA-473E-9E22-C1F72AA3AD54}" presName="sibTrans" presStyleCnt="0"/>
      <dgm:spPr/>
    </dgm:pt>
    <dgm:pt modelId="{168EF69F-4A6C-4BF8-B25E-8BA6E666238C}" type="pres">
      <dgm:prSet presAssocID="{620E41F4-A9FC-4526-B7B9-A097D54FF70E}" presName="compNode" presStyleCnt="0"/>
      <dgm:spPr/>
    </dgm:pt>
    <dgm:pt modelId="{DD3AC034-80F7-4F0D-9FAE-71AF755999DA}" type="pres">
      <dgm:prSet presAssocID="{620E41F4-A9FC-4526-B7B9-A097D54FF70E}" presName="bgRect" presStyleLbl="bgShp" presStyleIdx="2" presStyleCnt="5"/>
      <dgm:spPr/>
    </dgm:pt>
    <dgm:pt modelId="{ABE2E1A0-C6BE-4E63-BDAE-81F6E36EA43C}" type="pres">
      <dgm:prSet presAssocID="{620E41F4-A9FC-4526-B7B9-A097D54FF70E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tichetta con riempimento a tinta unita"/>
        </a:ext>
      </dgm:extLst>
    </dgm:pt>
    <dgm:pt modelId="{2FBF8DC2-76C0-4031-B37D-3C4E3EDF8617}" type="pres">
      <dgm:prSet presAssocID="{620E41F4-A9FC-4526-B7B9-A097D54FF70E}" presName="spaceRect" presStyleCnt="0"/>
      <dgm:spPr/>
    </dgm:pt>
    <dgm:pt modelId="{A4541438-F200-4681-87BC-7CA3AF8A8D53}" type="pres">
      <dgm:prSet presAssocID="{620E41F4-A9FC-4526-B7B9-A097D54FF70E}" presName="parTx" presStyleLbl="revTx" presStyleIdx="2" presStyleCnt="5">
        <dgm:presLayoutVars>
          <dgm:chMax val="0"/>
          <dgm:chPref val="0"/>
        </dgm:presLayoutVars>
      </dgm:prSet>
      <dgm:spPr/>
    </dgm:pt>
    <dgm:pt modelId="{FDCC67C0-5FF3-4455-B9A9-BCEFC74B4768}" type="pres">
      <dgm:prSet presAssocID="{FA0D8A89-75F8-439C-A689-383AA496A07A}" presName="sibTrans" presStyleCnt="0"/>
      <dgm:spPr/>
    </dgm:pt>
    <dgm:pt modelId="{63C098FA-C010-4FDB-944F-B95E95F25B74}" type="pres">
      <dgm:prSet presAssocID="{2BC7B317-4A90-4DFB-85C4-899DE7766A0B}" presName="compNode" presStyleCnt="0"/>
      <dgm:spPr/>
    </dgm:pt>
    <dgm:pt modelId="{35F4C99F-B679-42CA-A341-DB5AB6CDDCEC}" type="pres">
      <dgm:prSet presAssocID="{2BC7B317-4A90-4DFB-85C4-899DE7766A0B}" presName="bgRect" presStyleLbl="bgShp" presStyleIdx="3" presStyleCnt="5"/>
      <dgm:spPr/>
    </dgm:pt>
    <dgm:pt modelId="{1047F8C0-456B-4189-BB4F-FAD2F55FCCB8}" type="pres">
      <dgm:prSet presAssocID="{2BC7B317-4A90-4DFB-85C4-899DE7766A0B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nco con riempimento a tinta unita"/>
        </a:ext>
      </dgm:extLst>
    </dgm:pt>
    <dgm:pt modelId="{8B5A47D7-473A-4619-A669-8A0B95298079}" type="pres">
      <dgm:prSet presAssocID="{2BC7B317-4A90-4DFB-85C4-899DE7766A0B}" presName="spaceRect" presStyleCnt="0"/>
      <dgm:spPr/>
    </dgm:pt>
    <dgm:pt modelId="{D3917474-7370-4B49-B25D-F9258C17DE40}" type="pres">
      <dgm:prSet presAssocID="{2BC7B317-4A90-4DFB-85C4-899DE7766A0B}" presName="parTx" presStyleLbl="revTx" presStyleIdx="3" presStyleCnt="5">
        <dgm:presLayoutVars>
          <dgm:chMax val="0"/>
          <dgm:chPref val="0"/>
        </dgm:presLayoutVars>
      </dgm:prSet>
      <dgm:spPr/>
    </dgm:pt>
    <dgm:pt modelId="{82D5EAB4-90B2-49A5-A4C9-08A8EDF0AA15}" type="pres">
      <dgm:prSet presAssocID="{7307EE40-18F2-43CF-88FC-651B53C50A71}" presName="sibTrans" presStyleCnt="0"/>
      <dgm:spPr/>
    </dgm:pt>
    <dgm:pt modelId="{66F9270A-C6DF-403A-AB17-2539143571E7}" type="pres">
      <dgm:prSet presAssocID="{39133310-6DEA-4DDB-8A00-D61A8B17EB4C}" presName="compNode" presStyleCnt="0"/>
      <dgm:spPr/>
    </dgm:pt>
    <dgm:pt modelId="{1AC412B0-8F16-4799-BA13-A5224601F9C1}" type="pres">
      <dgm:prSet presAssocID="{39133310-6DEA-4DDB-8A00-D61A8B17EB4C}" presName="bgRect" presStyleLbl="bgShp" presStyleIdx="4" presStyleCnt="5"/>
      <dgm:spPr/>
    </dgm:pt>
    <dgm:pt modelId="{DB0C4ACA-3B09-453A-B7F7-B63C28BBAD10}" type="pres">
      <dgm:prSet presAssocID="{39133310-6DEA-4DDB-8A00-D61A8B17EB4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C85B8F7-6C7E-45D6-B3E7-8A7E81312349}" type="pres">
      <dgm:prSet presAssocID="{39133310-6DEA-4DDB-8A00-D61A8B17EB4C}" presName="spaceRect" presStyleCnt="0"/>
      <dgm:spPr/>
    </dgm:pt>
    <dgm:pt modelId="{89E72D49-AAD7-4A59-A897-F358A310A718}" type="pres">
      <dgm:prSet presAssocID="{39133310-6DEA-4DDB-8A00-D61A8B17EB4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7F43831-2879-4A33-B205-D9A13DC6FD8A}" type="presOf" srcId="{B35763F2-9BA9-4F9F-AD75-3A1AFEC35554}" destId="{41CE2CB0-1696-4C66-AB04-C2B7FECC9FCD}" srcOrd="0" destOrd="0" presId="urn:microsoft.com/office/officeart/2018/2/layout/IconVerticalSolidList"/>
    <dgm:cxn modelId="{84C7E63B-A9A0-4386-935F-5B8E9C79E55C}" type="presOf" srcId="{39133310-6DEA-4DDB-8A00-D61A8B17EB4C}" destId="{89E72D49-AAD7-4A59-A897-F358A310A718}" srcOrd="0" destOrd="0" presId="urn:microsoft.com/office/officeart/2018/2/layout/IconVerticalSolidList"/>
    <dgm:cxn modelId="{B5A3EB66-3513-4534-8113-AD3AE57BF89A}" srcId="{7014E2AA-7C87-497A-871F-9546124C0C15}" destId="{74D1536F-E9BB-40B5-A154-AFA5897AC0F1}" srcOrd="0" destOrd="0" parTransId="{853043CC-3372-45FE-A64F-B84E0B711404}" sibTransId="{A883FDBB-880E-40B6-84CA-62B9505AB90C}"/>
    <dgm:cxn modelId="{C3BF6948-D9CB-4681-B915-607F768D893A}" type="presOf" srcId="{2BC7B317-4A90-4DFB-85C4-899DE7766A0B}" destId="{D3917474-7370-4B49-B25D-F9258C17DE40}" srcOrd="0" destOrd="0" presId="urn:microsoft.com/office/officeart/2018/2/layout/IconVerticalSolidList"/>
    <dgm:cxn modelId="{8B13F14D-321C-4893-A304-4B26914BC2F3}" srcId="{7014E2AA-7C87-497A-871F-9546124C0C15}" destId="{620E41F4-A9FC-4526-B7B9-A097D54FF70E}" srcOrd="2" destOrd="0" parTransId="{3F8F40A0-72E9-419D-805D-87E4CD1AEB38}" sibTransId="{FA0D8A89-75F8-439C-A689-383AA496A07A}"/>
    <dgm:cxn modelId="{95481778-4DC6-478F-AE8D-01022006BF49}" srcId="{7014E2AA-7C87-497A-871F-9546124C0C15}" destId="{39133310-6DEA-4DDB-8A00-D61A8B17EB4C}" srcOrd="4" destOrd="0" parTransId="{2668E8AC-BFF6-4002-9946-06A6D2D551E5}" sibTransId="{542544AC-F624-4729-A500-D14E9680EAEA}"/>
    <dgm:cxn modelId="{833AA584-9B65-4A80-B986-C56C6BFE3A14}" srcId="{7014E2AA-7C87-497A-871F-9546124C0C15}" destId="{2BC7B317-4A90-4DFB-85C4-899DE7766A0B}" srcOrd="3" destOrd="0" parTransId="{CF9171D0-77E5-4AFC-B6C3-8735BEC3B668}" sibTransId="{7307EE40-18F2-43CF-88FC-651B53C50A71}"/>
    <dgm:cxn modelId="{9F94FAA9-66D8-4AE9-858F-8EF4AECB1C01}" type="presOf" srcId="{7014E2AA-7C87-497A-871F-9546124C0C15}" destId="{8AB6958D-D471-4191-A0DE-39DD61E7C7C7}" srcOrd="0" destOrd="0" presId="urn:microsoft.com/office/officeart/2018/2/layout/IconVerticalSolidList"/>
    <dgm:cxn modelId="{7E2033B6-E85D-4F9F-A603-D500798291D3}" srcId="{7014E2AA-7C87-497A-871F-9546124C0C15}" destId="{B35763F2-9BA9-4F9F-AD75-3A1AFEC35554}" srcOrd="1" destOrd="0" parTransId="{186FBF21-9944-4698-8395-80EC8D20B7CD}" sibTransId="{66BBAB8D-EDDA-473E-9E22-C1F72AA3AD54}"/>
    <dgm:cxn modelId="{9BD3FBE0-0565-41BA-875E-0BAB58C24322}" type="presOf" srcId="{620E41F4-A9FC-4526-B7B9-A097D54FF70E}" destId="{A4541438-F200-4681-87BC-7CA3AF8A8D53}" srcOrd="0" destOrd="0" presId="urn:microsoft.com/office/officeart/2018/2/layout/IconVerticalSolidList"/>
    <dgm:cxn modelId="{672B1DEF-E1CA-4E0E-96DD-84628F31858C}" type="presOf" srcId="{74D1536F-E9BB-40B5-A154-AFA5897AC0F1}" destId="{A7CE3A40-CEB2-4ABA-A169-53F00B4809ED}" srcOrd="0" destOrd="0" presId="urn:microsoft.com/office/officeart/2018/2/layout/IconVerticalSolidList"/>
    <dgm:cxn modelId="{B4075F99-98BE-4E58-8365-8C78D945686F}" type="presParOf" srcId="{8AB6958D-D471-4191-A0DE-39DD61E7C7C7}" destId="{85C78C07-9076-4F62-B54B-A2D24407D5FC}" srcOrd="0" destOrd="0" presId="urn:microsoft.com/office/officeart/2018/2/layout/IconVerticalSolidList"/>
    <dgm:cxn modelId="{6E325A0D-CB15-42E8-BD5B-4BC725DA67A1}" type="presParOf" srcId="{85C78C07-9076-4F62-B54B-A2D24407D5FC}" destId="{F3D7E156-D105-4B91-8B3A-193C80B83EC5}" srcOrd="0" destOrd="0" presId="urn:microsoft.com/office/officeart/2018/2/layout/IconVerticalSolidList"/>
    <dgm:cxn modelId="{680351C3-7193-4A54-AD2E-C327E4794439}" type="presParOf" srcId="{85C78C07-9076-4F62-B54B-A2D24407D5FC}" destId="{ABFCB77A-FAB5-4FCC-B329-89A3720625C5}" srcOrd="1" destOrd="0" presId="urn:microsoft.com/office/officeart/2018/2/layout/IconVerticalSolidList"/>
    <dgm:cxn modelId="{45D7737C-32EF-445E-977E-7912CCA25943}" type="presParOf" srcId="{85C78C07-9076-4F62-B54B-A2D24407D5FC}" destId="{B33D3B10-BA8B-48A4-9477-3719689F8531}" srcOrd="2" destOrd="0" presId="urn:microsoft.com/office/officeart/2018/2/layout/IconVerticalSolidList"/>
    <dgm:cxn modelId="{C1D7C560-6515-4A50-8BEF-5128CB63E6CE}" type="presParOf" srcId="{85C78C07-9076-4F62-B54B-A2D24407D5FC}" destId="{A7CE3A40-CEB2-4ABA-A169-53F00B4809ED}" srcOrd="3" destOrd="0" presId="urn:microsoft.com/office/officeart/2018/2/layout/IconVerticalSolidList"/>
    <dgm:cxn modelId="{41CC4B06-9E9B-4FDF-BB02-87AFAF7917B5}" type="presParOf" srcId="{8AB6958D-D471-4191-A0DE-39DD61E7C7C7}" destId="{93F7EBE0-7759-4D4B-923F-9D83B1B5E1FC}" srcOrd="1" destOrd="0" presId="urn:microsoft.com/office/officeart/2018/2/layout/IconVerticalSolidList"/>
    <dgm:cxn modelId="{0F723858-878F-4301-BB92-3B0A2A2E2111}" type="presParOf" srcId="{8AB6958D-D471-4191-A0DE-39DD61E7C7C7}" destId="{1457BD4E-90B7-42A5-8316-5F77CEF88AD2}" srcOrd="2" destOrd="0" presId="urn:microsoft.com/office/officeart/2018/2/layout/IconVerticalSolidList"/>
    <dgm:cxn modelId="{20D653CA-586A-4B71-A217-3AAA67528D86}" type="presParOf" srcId="{1457BD4E-90B7-42A5-8316-5F77CEF88AD2}" destId="{B84974D5-6996-4FD7-8C65-C1F52BA933AC}" srcOrd="0" destOrd="0" presId="urn:microsoft.com/office/officeart/2018/2/layout/IconVerticalSolidList"/>
    <dgm:cxn modelId="{75BFF9C9-CE38-49B0-A873-6A46154241C4}" type="presParOf" srcId="{1457BD4E-90B7-42A5-8316-5F77CEF88AD2}" destId="{1C5F444B-E87F-4C27-978C-02F22DADDB41}" srcOrd="1" destOrd="0" presId="urn:microsoft.com/office/officeart/2018/2/layout/IconVerticalSolidList"/>
    <dgm:cxn modelId="{596F2F11-EF8B-464C-BC3A-02E9DE5A007B}" type="presParOf" srcId="{1457BD4E-90B7-42A5-8316-5F77CEF88AD2}" destId="{B890F2D2-C5C6-4FDE-ACAB-735BA0962BDB}" srcOrd="2" destOrd="0" presId="urn:microsoft.com/office/officeart/2018/2/layout/IconVerticalSolidList"/>
    <dgm:cxn modelId="{3A77347C-4020-4AA5-9FFA-E0FA4507C655}" type="presParOf" srcId="{1457BD4E-90B7-42A5-8316-5F77CEF88AD2}" destId="{41CE2CB0-1696-4C66-AB04-C2B7FECC9FCD}" srcOrd="3" destOrd="0" presId="urn:microsoft.com/office/officeart/2018/2/layout/IconVerticalSolidList"/>
    <dgm:cxn modelId="{ACCE5201-0DE6-4FBA-8347-C2B2AEFE810F}" type="presParOf" srcId="{8AB6958D-D471-4191-A0DE-39DD61E7C7C7}" destId="{8554491C-920C-4DD4-B5B0-CE584C7A35C0}" srcOrd="3" destOrd="0" presId="urn:microsoft.com/office/officeart/2018/2/layout/IconVerticalSolidList"/>
    <dgm:cxn modelId="{C789BBEB-E8E1-4312-BFFA-F185B4736508}" type="presParOf" srcId="{8AB6958D-D471-4191-A0DE-39DD61E7C7C7}" destId="{168EF69F-4A6C-4BF8-B25E-8BA6E666238C}" srcOrd="4" destOrd="0" presId="urn:microsoft.com/office/officeart/2018/2/layout/IconVerticalSolidList"/>
    <dgm:cxn modelId="{C78BBAE0-6823-453A-962E-52137D8FCBE5}" type="presParOf" srcId="{168EF69F-4A6C-4BF8-B25E-8BA6E666238C}" destId="{DD3AC034-80F7-4F0D-9FAE-71AF755999DA}" srcOrd="0" destOrd="0" presId="urn:microsoft.com/office/officeart/2018/2/layout/IconVerticalSolidList"/>
    <dgm:cxn modelId="{0942AE18-1CE4-45EF-ADED-B7F13C491B64}" type="presParOf" srcId="{168EF69F-4A6C-4BF8-B25E-8BA6E666238C}" destId="{ABE2E1A0-C6BE-4E63-BDAE-81F6E36EA43C}" srcOrd="1" destOrd="0" presId="urn:microsoft.com/office/officeart/2018/2/layout/IconVerticalSolidList"/>
    <dgm:cxn modelId="{3A1C763C-C73A-4936-9924-F231FC330EB8}" type="presParOf" srcId="{168EF69F-4A6C-4BF8-B25E-8BA6E666238C}" destId="{2FBF8DC2-76C0-4031-B37D-3C4E3EDF8617}" srcOrd="2" destOrd="0" presId="urn:microsoft.com/office/officeart/2018/2/layout/IconVerticalSolidList"/>
    <dgm:cxn modelId="{FD9000D5-CB08-435A-B80E-DD5E30201C09}" type="presParOf" srcId="{168EF69F-4A6C-4BF8-B25E-8BA6E666238C}" destId="{A4541438-F200-4681-87BC-7CA3AF8A8D53}" srcOrd="3" destOrd="0" presId="urn:microsoft.com/office/officeart/2018/2/layout/IconVerticalSolidList"/>
    <dgm:cxn modelId="{B4A2D63E-64E6-42AD-9B12-2082E787E3F9}" type="presParOf" srcId="{8AB6958D-D471-4191-A0DE-39DD61E7C7C7}" destId="{FDCC67C0-5FF3-4455-B9A9-BCEFC74B4768}" srcOrd="5" destOrd="0" presId="urn:microsoft.com/office/officeart/2018/2/layout/IconVerticalSolidList"/>
    <dgm:cxn modelId="{6C91BF01-CAAE-4C66-A7B8-1A31EA2EB84D}" type="presParOf" srcId="{8AB6958D-D471-4191-A0DE-39DD61E7C7C7}" destId="{63C098FA-C010-4FDB-944F-B95E95F25B74}" srcOrd="6" destOrd="0" presId="urn:microsoft.com/office/officeart/2018/2/layout/IconVerticalSolidList"/>
    <dgm:cxn modelId="{B89CF579-9AE6-47F6-9899-2A16F8449419}" type="presParOf" srcId="{63C098FA-C010-4FDB-944F-B95E95F25B74}" destId="{35F4C99F-B679-42CA-A341-DB5AB6CDDCEC}" srcOrd="0" destOrd="0" presId="urn:microsoft.com/office/officeart/2018/2/layout/IconVerticalSolidList"/>
    <dgm:cxn modelId="{1246C953-2902-41EA-9222-90799D012A4F}" type="presParOf" srcId="{63C098FA-C010-4FDB-944F-B95E95F25B74}" destId="{1047F8C0-456B-4189-BB4F-FAD2F55FCCB8}" srcOrd="1" destOrd="0" presId="urn:microsoft.com/office/officeart/2018/2/layout/IconVerticalSolidList"/>
    <dgm:cxn modelId="{0F95ECAD-725A-4399-9BBE-E908B4091A56}" type="presParOf" srcId="{63C098FA-C010-4FDB-944F-B95E95F25B74}" destId="{8B5A47D7-473A-4619-A669-8A0B95298079}" srcOrd="2" destOrd="0" presId="urn:microsoft.com/office/officeart/2018/2/layout/IconVerticalSolidList"/>
    <dgm:cxn modelId="{668C10BB-51ED-46D7-86D3-47C7F9DF8678}" type="presParOf" srcId="{63C098FA-C010-4FDB-944F-B95E95F25B74}" destId="{D3917474-7370-4B49-B25D-F9258C17DE40}" srcOrd="3" destOrd="0" presId="urn:microsoft.com/office/officeart/2018/2/layout/IconVerticalSolidList"/>
    <dgm:cxn modelId="{6998509F-085A-427F-8FB7-FC33AF380809}" type="presParOf" srcId="{8AB6958D-D471-4191-A0DE-39DD61E7C7C7}" destId="{82D5EAB4-90B2-49A5-A4C9-08A8EDF0AA15}" srcOrd="7" destOrd="0" presId="urn:microsoft.com/office/officeart/2018/2/layout/IconVerticalSolidList"/>
    <dgm:cxn modelId="{7818C720-F5A5-4BA9-91F0-606DFE3AA7FE}" type="presParOf" srcId="{8AB6958D-D471-4191-A0DE-39DD61E7C7C7}" destId="{66F9270A-C6DF-403A-AB17-2539143571E7}" srcOrd="8" destOrd="0" presId="urn:microsoft.com/office/officeart/2018/2/layout/IconVerticalSolidList"/>
    <dgm:cxn modelId="{3CA6408D-AECF-4687-98EF-6E264CD3E4D6}" type="presParOf" srcId="{66F9270A-C6DF-403A-AB17-2539143571E7}" destId="{1AC412B0-8F16-4799-BA13-A5224601F9C1}" srcOrd="0" destOrd="0" presId="urn:microsoft.com/office/officeart/2018/2/layout/IconVerticalSolidList"/>
    <dgm:cxn modelId="{89076DFD-FDB8-4050-9D22-9E5CF4DF534E}" type="presParOf" srcId="{66F9270A-C6DF-403A-AB17-2539143571E7}" destId="{DB0C4ACA-3B09-453A-B7F7-B63C28BBAD10}" srcOrd="1" destOrd="0" presId="urn:microsoft.com/office/officeart/2018/2/layout/IconVerticalSolidList"/>
    <dgm:cxn modelId="{C8632A7E-416F-4018-B4E0-205204554856}" type="presParOf" srcId="{66F9270A-C6DF-403A-AB17-2539143571E7}" destId="{4C85B8F7-6C7E-45D6-B3E7-8A7E81312349}" srcOrd="2" destOrd="0" presId="urn:microsoft.com/office/officeart/2018/2/layout/IconVerticalSolidList"/>
    <dgm:cxn modelId="{D29FA202-9A59-4B0C-9FBF-7CA74EC71B3B}" type="presParOf" srcId="{66F9270A-C6DF-403A-AB17-2539143571E7}" destId="{89E72D49-AAD7-4A59-A897-F358A310A7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341F1C-116E-42DF-8406-B8C2D9F8525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E4AD2CC-3A33-478B-B606-A1EB6EEC4910}">
      <dgm:prSet/>
      <dgm:spPr/>
      <dgm:t>
        <a:bodyPr/>
        <a:lstStyle/>
        <a:p>
          <a:r>
            <a:rPr lang="it-IT"/>
            <a:t>Il dato watch_next può essere usato per mostrare una lista di contenuti suggeriti</a:t>
          </a:r>
          <a:endParaRPr lang="en-US"/>
        </a:p>
      </dgm:t>
    </dgm:pt>
    <dgm:pt modelId="{6CFAD091-0B81-4A0D-8FFC-5F1549FCF24D}" type="parTrans" cxnId="{8A5743D5-E041-49CB-AA95-664121875354}">
      <dgm:prSet/>
      <dgm:spPr/>
      <dgm:t>
        <a:bodyPr/>
        <a:lstStyle/>
        <a:p>
          <a:endParaRPr lang="en-US"/>
        </a:p>
      </dgm:t>
    </dgm:pt>
    <dgm:pt modelId="{1AF865E1-D7C3-45BA-8022-D6A089A4CD04}" type="sibTrans" cxnId="{8A5743D5-E041-49CB-AA95-664121875354}">
      <dgm:prSet/>
      <dgm:spPr/>
      <dgm:t>
        <a:bodyPr/>
        <a:lstStyle/>
        <a:p>
          <a:endParaRPr lang="en-US"/>
        </a:p>
      </dgm:t>
    </dgm:pt>
    <dgm:pt modelId="{9ED572A8-122B-47F7-84FB-7C5BDC562243}">
      <dgm:prSet/>
      <dgm:spPr/>
      <dgm:t>
        <a:bodyPr/>
        <a:lstStyle/>
        <a:p>
          <a:r>
            <a:rPr lang="it-IT"/>
            <a:t>I dati sono già pronti all’interno di MongoDB con una struttura annidata, quindi non sono necessarie query separate per costruire la lista suggerimenti</a:t>
          </a:r>
          <a:endParaRPr lang="en-US"/>
        </a:p>
      </dgm:t>
    </dgm:pt>
    <dgm:pt modelId="{061AC0D6-AF6E-4896-9DF0-F737EA463D6F}" type="parTrans" cxnId="{1A5ECE0F-D045-46ED-BDBB-F052F0D8461A}">
      <dgm:prSet/>
      <dgm:spPr/>
      <dgm:t>
        <a:bodyPr/>
        <a:lstStyle/>
        <a:p>
          <a:endParaRPr lang="en-US"/>
        </a:p>
      </dgm:t>
    </dgm:pt>
    <dgm:pt modelId="{6433BF27-BA78-49C5-AD5A-D988DB1A1825}" type="sibTrans" cxnId="{1A5ECE0F-D045-46ED-BDBB-F052F0D8461A}">
      <dgm:prSet/>
      <dgm:spPr/>
      <dgm:t>
        <a:bodyPr/>
        <a:lstStyle/>
        <a:p>
          <a:endParaRPr lang="en-US"/>
        </a:p>
      </dgm:t>
    </dgm:pt>
    <dgm:pt modelId="{3238CBFC-44C0-4926-8294-D0DBFFD5C9F5}">
      <dgm:prSet/>
      <dgm:spPr/>
      <dgm:t>
        <a:bodyPr/>
        <a:lstStyle/>
        <a:p>
          <a:r>
            <a:rPr lang="it-IT"/>
            <a:t>Questa modifica ci permette di offrire agli utenti le seguenti funzionalità:</a:t>
          </a:r>
          <a:endParaRPr lang="en-US"/>
        </a:p>
      </dgm:t>
    </dgm:pt>
    <dgm:pt modelId="{8A52D304-B2E5-4029-8C41-10AA01A43428}" type="parTrans" cxnId="{CC0C6A42-EA9E-4310-806F-026B564234F8}">
      <dgm:prSet/>
      <dgm:spPr/>
      <dgm:t>
        <a:bodyPr/>
        <a:lstStyle/>
        <a:p>
          <a:endParaRPr lang="en-US"/>
        </a:p>
      </dgm:t>
    </dgm:pt>
    <dgm:pt modelId="{B74F3094-11A3-485B-ACDC-2B3ACF551CE2}" type="sibTrans" cxnId="{CC0C6A42-EA9E-4310-806F-026B564234F8}">
      <dgm:prSet/>
      <dgm:spPr/>
      <dgm:t>
        <a:bodyPr/>
        <a:lstStyle/>
        <a:p>
          <a:endParaRPr lang="en-US"/>
        </a:p>
      </dgm:t>
    </dgm:pt>
    <dgm:pt modelId="{D7461270-0D55-4C00-B7CB-C0FB1E966285}">
      <dgm:prSet/>
      <dgm:spPr/>
      <dgm:t>
        <a:bodyPr/>
        <a:lstStyle/>
        <a:p>
          <a:r>
            <a:rPr lang="it-IT"/>
            <a:t>Suggerimento video consigliati al termine della visione</a:t>
          </a:r>
          <a:endParaRPr lang="en-US"/>
        </a:p>
      </dgm:t>
    </dgm:pt>
    <dgm:pt modelId="{DC0EBF08-0EAF-4A21-9FDA-6ABE07EFD0C4}" type="parTrans" cxnId="{CCCDEBF1-274B-4C1F-9376-B3452C85120A}">
      <dgm:prSet/>
      <dgm:spPr/>
      <dgm:t>
        <a:bodyPr/>
        <a:lstStyle/>
        <a:p>
          <a:endParaRPr lang="en-US"/>
        </a:p>
      </dgm:t>
    </dgm:pt>
    <dgm:pt modelId="{3D7BA6AC-A247-4FD2-94E9-1E67C613FA3C}" type="sibTrans" cxnId="{CCCDEBF1-274B-4C1F-9376-B3452C85120A}">
      <dgm:prSet/>
      <dgm:spPr/>
      <dgm:t>
        <a:bodyPr/>
        <a:lstStyle/>
        <a:p>
          <a:endParaRPr lang="en-US"/>
        </a:p>
      </dgm:t>
    </dgm:pt>
    <dgm:pt modelId="{1B2944EC-921E-4056-BE6C-A8A86FBD1763}">
      <dgm:prSet/>
      <dgm:spPr/>
      <dgm:t>
        <a:bodyPr/>
        <a:lstStyle/>
        <a:p>
          <a:r>
            <a:rPr lang="it-IT"/>
            <a:t>Talk suggeriti nella sezione di un video</a:t>
          </a:r>
          <a:endParaRPr lang="en-US"/>
        </a:p>
      </dgm:t>
    </dgm:pt>
    <dgm:pt modelId="{57CD9E4E-0782-4BF8-8C8D-F5B3C3C7B44D}" type="parTrans" cxnId="{E3B6F60C-2C06-4799-9520-BA8B4B316A10}">
      <dgm:prSet/>
      <dgm:spPr/>
      <dgm:t>
        <a:bodyPr/>
        <a:lstStyle/>
        <a:p>
          <a:endParaRPr lang="en-US"/>
        </a:p>
      </dgm:t>
    </dgm:pt>
    <dgm:pt modelId="{E1BAB953-50BB-4CF5-A0AF-F6B081F54809}" type="sibTrans" cxnId="{E3B6F60C-2C06-4799-9520-BA8B4B316A10}">
      <dgm:prSet/>
      <dgm:spPr/>
      <dgm:t>
        <a:bodyPr/>
        <a:lstStyle/>
        <a:p>
          <a:endParaRPr lang="en-US"/>
        </a:p>
      </dgm:t>
    </dgm:pt>
    <dgm:pt modelId="{C2AC177A-1C30-458D-A107-40ADA0878460}">
      <dgm:prSet/>
      <dgm:spPr/>
      <dgm:t>
        <a:bodyPr/>
        <a:lstStyle/>
        <a:p>
          <a:r>
            <a:rPr lang="it-IT"/>
            <a:t>Algoritmo di suggerimento dei contenuti nella home page</a:t>
          </a:r>
          <a:endParaRPr lang="en-US"/>
        </a:p>
      </dgm:t>
    </dgm:pt>
    <dgm:pt modelId="{2B2E6BE8-0F3B-498F-9F37-AA1CAF1BE3E2}" type="parTrans" cxnId="{A2039EE5-EBE2-4040-8EFF-CF8A0563171E}">
      <dgm:prSet/>
      <dgm:spPr/>
      <dgm:t>
        <a:bodyPr/>
        <a:lstStyle/>
        <a:p>
          <a:endParaRPr lang="en-US"/>
        </a:p>
      </dgm:t>
    </dgm:pt>
    <dgm:pt modelId="{9085761A-28B9-4CE7-ACD1-5E4B0FED86E1}" type="sibTrans" cxnId="{A2039EE5-EBE2-4040-8EFF-CF8A0563171E}">
      <dgm:prSet/>
      <dgm:spPr/>
      <dgm:t>
        <a:bodyPr/>
        <a:lstStyle/>
        <a:p>
          <a:endParaRPr lang="en-US"/>
        </a:p>
      </dgm:t>
    </dgm:pt>
    <dgm:pt modelId="{C3355B4D-108C-4B58-B948-E37B2F51D251}" type="pres">
      <dgm:prSet presAssocID="{C4341F1C-116E-42DF-8406-B8C2D9F8525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11999AF-2D05-4714-BDF7-3197298CFEEA}" type="pres">
      <dgm:prSet presAssocID="{9E4AD2CC-3A33-478B-B606-A1EB6EEC4910}" presName="hierRoot1" presStyleCnt="0"/>
      <dgm:spPr/>
    </dgm:pt>
    <dgm:pt modelId="{462BF956-7420-40A2-BA4A-158705BD6F15}" type="pres">
      <dgm:prSet presAssocID="{9E4AD2CC-3A33-478B-B606-A1EB6EEC4910}" presName="composite" presStyleCnt="0"/>
      <dgm:spPr/>
    </dgm:pt>
    <dgm:pt modelId="{ED8BEACE-3EB0-4D2D-B512-FE547F375658}" type="pres">
      <dgm:prSet presAssocID="{9E4AD2CC-3A33-478B-B606-A1EB6EEC4910}" presName="background" presStyleLbl="node0" presStyleIdx="0" presStyleCnt="3"/>
      <dgm:spPr/>
    </dgm:pt>
    <dgm:pt modelId="{7EF8CBC1-7277-4503-8900-827CDE685122}" type="pres">
      <dgm:prSet presAssocID="{9E4AD2CC-3A33-478B-B606-A1EB6EEC4910}" presName="text" presStyleLbl="fgAcc0" presStyleIdx="0" presStyleCnt="3">
        <dgm:presLayoutVars>
          <dgm:chPref val="3"/>
        </dgm:presLayoutVars>
      </dgm:prSet>
      <dgm:spPr/>
    </dgm:pt>
    <dgm:pt modelId="{049881E3-F011-4491-954A-D54A7BE680D6}" type="pres">
      <dgm:prSet presAssocID="{9E4AD2CC-3A33-478B-B606-A1EB6EEC4910}" presName="hierChild2" presStyleCnt="0"/>
      <dgm:spPr/>
    </dgm:pt>
    <dgm:pt modelId="{2D56F4E6-706A-4C95-A7FB-75B20CA6ED88}" type="pres">
      <dgm:prSet presAssocID="{9ED572A8-122B-47F7-84FB-7C5BDC562243}" presName="hierRoot1" presStyleCnt="0"/>
      <dgm:spPr/>
    </dgm:pt>
    <dgm:pt modelId="{7252995D-DEF8-4CC5-9DE5-3DB52A0320E7}" type="pres">
      <dgm:prSet presAssocID="{9ED572A8-122B-47F7-84FB-7C5BDC562243}" presName="composite" presStyleCnt="0"/>
      <dgm:spPr/>
    </dgm:pt>
    <dgm:pt modelId="{8F3DFC4C-A034-409D-8725-324A6FA6A39B}" type="pres">
      <dgm:prSet presAssocID="{9ED572A8-122B-47F7-84FB-7C5BDC562243}" presName="background" presStyleLbl="node0" presStyleIdx="1" presStyleCnt="3"/>
      <dgm:spPr>
        <a:solidFill>
          <a:srgbClr val="00B050"/>
        </a:solidFill>
      </dgm:spPr>
    </dgm:pt>
    <dgm:pt modelId="{D5DF183F-F242-4CD4-AA3C-0DFEC7B0143B}" type="pres">
      <dgm:prSet presAssocID="{9ED572A8-122B-47F7-84FB-7C5BDC562243}" presName="text" presStyleLbl="fgAcc0" presStyleIdx="1" presStyleCnt="3">
        <dgm:presLayoutVars>
          <dgm:chPref val="3"/>
        </dgm:presLayoutVars>
      </dgm:prSet>
      <dgm:spPr/>
    </dgm:pt>
    <dgm:pt modelId="{A7965181-CE9B-4ECF-8875-C9895BBF9616}" type="pres">
      <dgm:prSet presAssocID="{9ED572A8-122B-47F7-84FB-7C5BDC562243}" presName="hierChild2" presStyleCnt="0"/>
      <dgm:spPr/>
    </dgm:pt>
    <dgm:pt modelId="{D8899396-6409-46D6-8CA6-4A7B2E111F6C}" type="pres">
      <dgm:prSet presAssocID="{3238CBFC-44C0-4926-8294-D0DBFFD5C9F5}" presName="hierRoot1" presStyleCnt="0"/>
      <dgm:spPr/>
    </dgm:pt>
    <dgm:pt modelId="{BCADD01E-3CAA-4E61-A845-790C8EF8EBD2}" type="pres">
      <dgm:prSet presAssocID="{3238CBFC-44C0-4926-8294-D0DBFFD5C9F5}" presName="composite" presStyleCnt="0"/>
      <dgm:spPr/>
    </dgm:pt>
    <dgm:pt modelId="{775B4351-EA3D-4BCD-BC81-86F532BE0E55}" type="pres">
      <dgm:prSet presAssocID="{3238CBFC-44C0-4926-8294-D0DBFFD5C9F5}" presName="background" presStyleLbl="node0" presStyleIdx="2" presStyleCnt="3"/>
      <dgm:spPr>
        <a:solidFill>
          <a:srgbClr val="EA4301"/>
        </a:solidFill>
      </dgm:spPr>
    </dgm:pt>
    <dgm:pt modelId="{FA087100-5D30-4809-A577-5D1F6F3B0B3F}" type="pres">
      <dgm:prSet presAssocID="{3238CBFC-44C0-4926-8294-D0DBFFD5C9F5}" presName="text" presStyleLbl="fgAcc0" presStyleIdx="2" presStyleCnt="3">
        <dgm:presLayoutVars>
          <dgm:chPref val="3"/>
        </dgm:presLayoutVars>
      </dgm:prSet>
      <dgm:spPr/>
    </dgm:pt>
    <dgm:pt modelId="{C56E9044-2F2F-47B4-A0FE-0A45C8C267DD}" type="pres">
      <dgm:prSet presAssocID="{3238CBFC-44C0-4926-8294-D0DBFFD5C9F5}" presName="hierChild2" presStyleCnt="0"/>
      <dgm:spPr/>
    </dgm:pt>
    <dgm:pt modelId="{2429F0F2-D71F-4554-BBFA-C0887BA921B2}" type="pres">
      <dgm:prSet presAssocID="{DC0EBF08-0EAF-4A21-9FDA-6ABE07EFD0C4}" presName="Name10" presStyleLbl="parChTrans1D2" presStyleIdx="0" presStyleCnt="3"/>
      <dgm:spPr/>
    </dgm:pt>
    <dgm:pt modelId="{57570976-E188-43D1-8A93-D72A66F45D47}" type="pres">
      <dgm:prSet presAssocID="{D7461270-0D55-4C00-B7CB-C0FB1E966285}" presName="hierRoot2" presStyleCnt="0"/>
      <dgm:spPr/>
    </dgm:pt>
    <dgm:pt modelId="{C7F1753E-2489-4C07-9635-A98047906D95}" type="pres">
      <dgm:prSet presAssocID="{D7461270-0D55-4C00-B7CB-C0FB1E966285}" presName="composite2" presStyleCnt="0"/>
      <dgm:spPr/>
    </dgm:pt>
    <dgm:pt modelId="{2EA8E533-7445-488F-9002-207FE297505E}" type="pres">
      <dgm:prSet presAssocID="{D7461270-0D55-4C00-B7CB-C0FB1E966285}" presName="background2" presStyleLbl="node2" presStyleIdx="0" presStyleCnt="3"/>
      <dgm:spPr>
        <a:solidFill>
          <a:schemeClr val="accent4">
            <a:lumMod val="75000"/>
          </a:schemeClr>
        </a:solidFill>
        <a:ln>
          <a:solidFill>
            <a:srgbClr val="1973EB"/>
          </a:solidFill>
        </a:ln>
      </dgm:spPr>
    </dgm:pt>
    <dgm:pt modelId="{BACEFC1A-5C23-4157-BE93-DF0642A6184C}" type="pres">
      <dgm:prSet presAssocID="{D7461270-0D55-4C00-B7CB-C0FB1E966285}" presName="text2" presStyleLbl="fgAcc2" presStyleIdx="0" presStyleCnt="3">
        <dgm:presLayoutVars>
          <dgm:chPref val="3"/>
        </dgm:presLayoutVars>
      </dgm:prSet>
      <dgm:spPr/>
    </dgm:pt>
    <dgm:pt modelId="{3758ED1A-D55E-4DB1-8EDE-35FADC759087}" type="pres">
      <dgm:prSet presAssocID="{D7461270-0D55-4C00-B7CB-C0FB1E966285}" presName="hierChild3" presStyleCnt="0"/>
      <dgm:spPr/>
    </dgm:pt>
    <dgm:pt modelId="{C6D082AF-0CC7-4787-86DB-6ED5E713AAEA}" type="pres">
      <dgm:prSet presAssocID="{57CD9E4E-0782-4BF8-8C8D-F5B3C3C7B44D}" presName="Name10" presStyleLbl="parChTrans1D2" presStyleIdx="1" presStyleCnt="3"/>
      <dgm:spPr/>
    </dgm:pt>
    <dgm:pt modelId="{558D6BE6-294E-4045-AC33-94D6CD46A11E}" type="pres">
      <dgm:prSet presAssocID="{1B2944EC-921E-4056-BE6C-A8A86FBD1763}" presName="hierRoot2" presStyleCnt="0"/>
      <dgm:spPr/>
    </dgm:pt>
    <dgm:pt modelId="{959A3EC7-469B-49F2-AB72-49E956CAE85D}" type="pres">
      <dgm:prSet presAssocID="{1B2944EC-921E-4056-BE6C-A8A86FBD1763}" presName="composite2" presStyleCnt="0"/>
      <dgm:spPr/>
    </dgm:pt>
    <dgm:pt modelId="{AF023765-02B8-4EAD-987B-24C656920D58}" type="pres">
      <dgm:prSet presAssocID="{1B2944EC-921E-4056-BE6C-A8A86FBD1763}" presName="background2" presStyleLbl="node2" presStyleIdx="1" presStyleCnt="3"/>
      <dgm:spPr>
        <a:solidFill>
          <a:srgbClr val="EA4301"/>
        </a:solidFill>
      </dgm:spPr>
    </dgm:pt>
    <dgm:pt modelId="{B0C44416-39DF-440F-ADBC-97BAAAA064B6}" type="pres">
      <dgm:prSet presAssocID="{1B2944EC-921E-4056-BE6C-A8A86FBD1763}" presName="text2" presStyleLbl="fgAcc2" presStyleIdx="1" presStyleCnt="3">
        <dgm:presLayoutVars>
          <dgm:chPref val="3"/>
        </dgm:presLayoutVars>
      </dgm:prSet>
      <dgm:spPr/>
    </dgm:pt>
    <dgm:pt modelId="{C2C98BA4-9708-4076-A6EC-8E4ACAB8BD98}" type="pres">
      <dgm:prSet presAssocID="{1B2944EC-921E-4056-BE6C-A8A86FBD1763}" presName="hierChild3" presStyleCnt="0"/>
      <dgm:spPr/>
    </dgm:pt>
    <dgm:pt modelId="{E6A49408-42B1-4270-8B02-FD87D5F9DAAC}" type="pres">
      <dgm:prSet presAssocID="{2B2E6BE8-0F3B-498F-9F37-AA1CAF1BE3E2}" presName="Name10" presStyleLbl="parChTrans1D2" presStyleIdx="2" presStyleCnt="3"/>
      <dgm:spPr/>
    </dgm:pt>
    <dgm:pt modelId="{7D2613C4-B301-4794-957E-798AF2CF3A50}" type="pres">
      <dgm:prSet presAssocID="{C2AC177A-1C30-458D-A107-40ADA0878460}" presName="hierRoot2" presStyleCnt="0"/>
      <dgm:spPr/>
    </dgm:pt>
    <dgm:pt modelId="{C86F442D-3E5A-480A-8F21-533D86E25DBD}" type="pres">
      <dgm:prSet presAssocID="{C2AC177A-1C30-458D-A107-40ADA0878460}" presName="composite2" presStyleCnt="0"/>
      <dgm:spPr/>
    </dgm:pt>
    <dgm:pt modelId="{A36C2128-F406-44BE-91A2-14259A23362C}" type="pres">
      <dgm:prSet presAssocID="{C2AC177A-1C30-458D-A107-40ADA0878460}" presName="background2" presStyleLbl="node2" presStyleIdx="2" presStyleCnt="3"/>
      <dgm:spPr>
        <a:solidFill>
          <a:srgbClr val="EA4301"/>
        </a:solidFill>
      </dgm:spPr>
    </dgm:pt>
    <dgm:pt modelId="{E8EFBE6C-4EA2-4648-B8BE-D28F9ACB25EE}" type="pres">
      <dgm:prSet presAssocID="{C2AC177A-1C30-458D-A107-40ADA0878460}" presName="text2" presStyleLbl="fgAcc2" presStyleIdx="2" presStyleCnt="3">
        <dgm:presLayoutVars>
          <dgm:chPref val="3"/>
        </dgm:presLayoutVars>
      </dgm:prSet>
      <dgm:spPr/>
    </dgm:pt>
    <dgm:pt modelId="{CC8A1462-2D15-4F53-AE45-49907D2F2C88}" type="pres">
      <dgm:prSet presAssocID="{C2AC177A-1C30-458D-A107-40ADA0878460}" presName="hierChild3" presStyleCnt="0"/>
      <dgm:spPr/>
    </dgm:pt>
  </dgm:ptLst>
  <dgm:cxnLst>
    <dgm:cxn modelId="{7DB90E0C-7DEE-4FA3-8F68-F6708BECF106}" type="presOf" srcId="{DC0EBF08-0EAF-4A21-9FDA-6ABE07EFD0C4}" destId="{2429F0F2-D71F-4554-BBFA-C0887BA921B2}" srcOrd="0" destOrd="0" presId="urn:microsoft.com/office/officeart/2005/8/layout/hierarchy1"/>
    <dgm:cxn modelId="{E3B6F60C-2C06-4799-9520-BA8B4B316A10}" srcId="{3238CBFC-44C0-4926-8294-D0DBFFD5C9F5}" destId="{1B2944EC-921E-4056-BE6C-A8A86FBD1763}" srcOrd="1" destOrd="0" parTransId="{57CD9E4E-0782-4BF8-8C8D-F5B3C3C7B44D}" sibTransId="{E1BAB953-50BB-4CF5-A0AF-F6B081F54809}"/>
    <dgm:cxn modelId="{1A5ECE0F-D045-46ED-BDBB-F052F0D8461A}" srcId="{C4341F1C-116E-42DF-8406-B8C2D9F85250}" destId="{9ED572A8-122B-47F7-84FB-7C5BDC562243}" srcOrd="1" destOrd="0" parTransId="{061AC0D6-AF6E-4896-9DF0-F737EA463D6F}" sibTransId="{6433BF27-BA78-49C5-AD5A-D988DB1A1825}"/>
    <dgm:cxn modelId="{55546C2A-426F-4CDA-A077-4D893E67A61C}" type="presOf" srcId="{2B2E6BE8-0F3B-498F-9F37-AA1CAF1BE3E2}" destId="{E6A49408-42B1-4270-8B02-FD87D5F9DAAC}" srcOrd="0" destOrd="0" presId="urn:microsoft.com/office/officeart/2005/8/layout/hierarchy1"/>
    <dgm:cxn modelId="{CC0C6A42-EA9E-4310-806F-026B564234F8}" srcId="{C4341F1C-116E-42DF-8406-B8C2D9F85250}" destId="{3238CBFC-44C0-4926-8294-D0DBFFD5C9F5}" srcOrd="2" destOrd="0" parTransId="{8A52D304-B2E5-4029-8C41-10AA01A43428}" sibTransId="{B74F3094-11A3-485B-ACDC-2B3ACF551CE2}"/>
    <dgm:cxn modelId="{AED6186D-7A49-4C31-B505-656D475824FB}" type="presOf" srcId="{C2AC177A-1C30-458D-A107-40ADA0878460}" destId="{E8EFBE6C-4EA2-4648-B8BE-D28F9ACB25EE}" srcOrd="0" destOrd="0" presId="urn:microsoft.com/office/officeart/2005/8/layout/hierarchy1"/>
    <dgm:cxn modelId="{DC1C6F54-C32F-4F06-AF2B-D4A0F8BA2074}" type="presOf" srcId="{9E4AD2CC-3A33-478B-B606-A1EB6EEC4910}" destId="{7EF8CBC1-7277-4503-8900-827CDE685122}" srcOrd="0" destOrd="0" presId="urn:microsoft.com/office/officeart/2005/8/layout/hierarchy1"/>
    <dgm:cxn modelId="{16C5EE7E-55D9-4A26-A0C3-051F552E6B27}" type="presOf" srcId="{57CD9E4E-0782-4BF8-8C8D-F5B3C3C7B44D}" destId="{C6D082AF-0CC7-4787-86DB-6ED5E713AAEA}" srcOrd="0" destOrd="0" presId="urn:microsoft.com/office/officeart/2005/8/layout/hierarchy1"/>
    <dgm:cxn modelId="{80B93480-AB17-4254-9797-D431F449C753}" type="presOf" srcId="{3238CBFC-44C0-4926-8294-D0DBFFD5C9F5}" destId="{FA087100-5D30-4809-A577-5D1F6F3B0B3F}" srcOrd="0" destOrd="0" presId="urn:microsoft.com/office/officeart/2005/8/layout/hierarchy1"/>
    <dgm:cxn modelId="{67B8CB8F-D5E1-4E1C-94C3-F1866FF25A3A}" type="presOf" srcId="{1B2944EC-921E-4056-BE6C-A8A86FBD1763}" destId="{B0C44416-39DF-440F-ADBC-97BAAAA064B6}" srcOrd="0" destOrd="0" presId="urn:microsoft.com/office/officeart/2005/8/layout/hierarchy1"/>
    <dgm:cxn modelId="{71DDCC9E-C9DC-434E-A8EC-F02E7CF09A03}" type="presOf" srcId="{D7461270-0D55-4C00-B7CB-C0FB1E966285}" destId="{BACEFC1A-5C23-4157-BE93-DF0642A6184C}" srcOrd="0" destOrd="0" presId="urn:microsoft.com/office/officeart/2005/8/layout/hierarchy1"/>
    <dgm:cxn modelId="{8A5743D5-E041-49CB-AA95-664121875354}" srcId="{C4341F1C-116E-42DF-8406-B8C2D9F85250}" destId="{9E4AD2CC-3A33-478B-B606-A1EB6EEC4910}" srcOrd="0" destOrd="0" parTransId="{6CFAD091-0B81-4A0D-8FFC-5F1549FCF24D}" sibTransId="{1AF865E1-D7C3-45BA-8022-D6A089A4CD04}"/>
    <dgm:cxn modelId="{61D973D8-D858-4565-B731-DD4D1B4CF338}" type="presOf" srcId="{C4341F1C-116E-42DF-8406-B8C2D9F85250}" destId="{C3355B4D-108C-4B58-B948-E37B2F51D251}" srcOrd="0" destOrd="0" presId="urn:microsoft.com/office/officeart/2005/8/layout/hierarchy1"/>
    <dgm:cxn modelId="{F7187EE2-94EA-4664-93E2-39E75FF5A993}" type="presOf" srcId="{9ED572A8-122B-47F7-84FB-7C5BDC562243}" destId="{D5DF183F-F242-4CD4-AA3C-0DFEC7B0143B}" srcOrd="0" destOrd="0" presId="urn:microsoft.com/office/officeart/2005/8/layout/hierarchy1"/>
    <dgm:cxn modelId="{A2039EE5-EBE2-4040-8EFF-CF8A0563171E}" srcId="{3238CBFC-44C0-4926-8294-D0DBFFD5C9F5}" destId="{C2AC177A-1C30-458D-A107-40ADA0878460}" srcOrd="2" destOrd="0" parTransId="{2B2E6BE8-0F3B-498F-9F37-AA1CAF1BE3E2}" sibTransId="{9085761A-28B9-4CE7-ACD1-5E4B0FED86E1}"/>
    <dgm:cxn modelId="{CCCDEBF1-274B-4C1F-9376-B3452C85120A}" srcId="{3238CBFC-44C0-4926-8294-D0DBFFD5C9F5}" destId="{D7461270-0D55-4C00-B7CB-C0FB1E966285}" srcOrd="0" destOrd="0" parTransId="{DC0EBF08-0EAF-4A21-9FDA-6ABE07EFD0C4}" sibTransId="{3D7BA6AC-A247-4FD2-94E9-1E67C613FA3C}"/>
    <dgm:cxn modelId="{E0519728-3177-40CC-BE10-C2E33FDE6AAD}" type="presParOf" srcId="{C3355B4D-108C-4B58-B948-E37B2F51D251}" destId="{F11999AF-2D05-4714-BDF7-3197298CFEEA}" srcOrd="0" destOrd="0" presId="urn:microsoft.com/office/officeart/2005/8/layout/hierarchy1"/>
    <dgm:cxn modelId="{795EE96C-0A84-4C88-8F00-52E6501AFEC4}" type="presParOf" srcId="{F11999AF-2D05-4714-BDF7-3197298CFEEA}" destId="{462BF956-7420-40A2-BA4A-158705BD6F15}" srcOrd="0" destOrd="0" presId="urn:microsoft.com/office/officeart/2005/8/layout/hierarchy1"/>
    <dgm:cxn modelId="{CFBE33DF-BD20-41E4-BB05-1B8FE8BFA101}" type="presParOf" srcId="{462BF956-7420-40A2-BA4A-158705BD6F15}" destId="{ED8BEACE-3EB0-4D2D-B512-FE547F375658}" srcOrd="0" destOrd="0" presId="urn:microsoft.com/office/officeart/2005/8/layout/hierarchy1"/>
    <dgm:cxn modelId="{6BEFDAAA-5925-446D-ADFC-727E6A4818C6}" type="presParOf" srcId="{462BF956-7420-40A2-BA4A-158705BD6F15}" destId="{7EF8CBC1-7277-4503-8900-827CDE685122}" srcOrd="1" destOrd="0" presId="urn:microsoft.com/office/officeart/2005/8/layout/hierarchy1"/>
    <dgm:cxn modelId="{8F3CE0BA-4EAB-4B8A-8E4D-D150E10C60F7}" type="presParOf" srcId="{F11999AF-2D05-4714-BDF7-3197298CFEEA}" destId="{049881E3-F011-4491-954A-D54A7BE680D6}" srcOrd="1" destOrd="0" presId="urn:microsoft.com/office/officeart/2005/8/layout/hierarchy1"/>
    <dgm:cxn modelId="{01256517-8F34-453D-9F76-56DC86082C0D}" type="presParOf" srcId="{C3355B4D-108C-4B58-B948-E37B2F51D251}" destId="{2D56F4E6-706A-4C95-A7FB-75B20CA6ED88}" srcOrd="1" destOrd="0" presId="urn:microsoft.com/office/officeart/2005/8/layout/hierarchy1"/>
    <dgm:cxn modelId="{A599D7D1-5AC6-424D-B1CD-D30D249C2A79}" type="presParOf" srcId="{2D56F4E6-706A-4C95-A7FB-75B20CA6ED88}" destId="{7252995D-DEF8-4CC5-9DE5-3DB52A0320E7}" srcOrd="0" destOrd="0" presId="urn:microsoft.com/office/officeart/2005/8/layout/hierarchy1"/>
    <dgm:cxn modelId="{A87439D5-F24A-43A7-B974-38DB3DF5604C}" type="presParOf" srcId="{7252995D-DEF8-4CC5-9DE5-3DB52A0320E7}" destId="{8F3DFC4C-A034-409D-8725-324A6FA6A39B}" srcOrd="0" destOrd="0" presId="urn:microsoft.com/office/officeart/2005/8/layout/hierarchy1"/>
    <dgm:cxn modelId="{CDEB2E9C-1903-40A5-A4D9-DC7F7F5AF479}" type="presParOf" srcId="{7252995D-DEF8-4CC5-9DE5-3DB52A0320E7}" destId="{D5DF183F-F242-4CD4-AA3C-0DFEC7B0143B}" srcOrd="1" destOrd="0" presId="urn:microsoft.com/office/officeart/2005/8/layout/hierarchy1"/>
    <dgm:cxn modelId="{EE119007-3B5F-4308-8472-0DFAC7913962}" type="presParOf" srcId="{2D56F4E6-706A-4C95-A7FB-75B20CA6ED88}" destId="{A7965181-CE9B-4ECF-8875-C9895BBF9616}" srcOrd="1" destOrd="0" presId="urn:microsoft.com/office/officeart/2005/8/layout/hierarchy1"/>
    <dgm:cxn modelId="{90F17121-9302-4989-AC15-614AE84C2633}" type="presParOf" srcId="{C3355B4D-108C-4B58-B948-E37B2F51D251}" destId="{D8899396-6409-46D6-8CA6-4A7B2E111F6C}" srcOrd="2" destOrd="0" presId="urn:microsoft.com/office/officeart/2005/8/layout/hierarchy1"/>
    <dgm:cxn modelId="{03B43F31-3EBB-40B5-BA48-A512793BB645}" type="presParOf" srcId="{D8899396-6409-46D6-8CA6-4A7B2E111F6C}" destId="{BCADD01E-3CAA-4E61-A845-790C8EF8EBD2}" srcOrd="0" destOrd="0" presId="urn:microsoft.com/office/officeart/2005/8/layout/hierarchy1"/>
    <dgm:cxn modelId="{73E4456E-E0F7-49E2-9A93-1CA9A4910E1C}" type="presParOf" srcId="{BCADD01E-3CAA-4E61-A845-790C8EF8EBD2}" destId="{775B4351-EA3D-4BCD-BC81-86F532BE0E55}" srcOrd="0" destOrd="0" presId="urn:microsoft.com/office/officeart/2005/8/layout/hierarchy1"/>
    <dgm:cxn modelId="{3545BA73-A50D-4B0A-8A50-767ED9ACEBC2}" type="presParOf" srcId="{BCADD01E-3CAA-4E61-A845-790C8EF8EBD2}" destId="{FA087100-5D30-4809-A577-5D1F6F3B0B3F}" srcOrd="1" destOrd="0" presId="urn:microsoft.com/office/officeart/2005/8/layout/hierarchy1"/>
    <dgm:cxn modelId="{A0593EB0-2544-4127-A29E-233B46154FC9}" type="presParOf" srcId="{D8899396-6409-46D6-8CA6-4A7B2E111F6C}" destId="{C56E9044-2F2F-47B4-A0FE-0A45C8C267DD}" srcOrd="1" destOrd="0" presId="urn:microsoft.com/office/officeart/2005/8/layout/hierarchy1"/>
    <dgm:cxn modelId="{E3EFA1AA-06CE-44BF-98F9-6A2227D792C4}" type="presParOf" srcId="{C56E9044-2F2F-47B4-A0FE-0A45C8C267DD}" destId="{2429F0F2-D71F-4554-BBFA-C0887BA921B2}" srcOrd="0" destOrd="0" presId="urn:microsoft.com/office/officeart/2005/8/layout/hierarchy1"/>
    <dgm:cxn modelId="{886C2526-18CD-4FA8-9BC0-CE2E2CCCB897}" type="presParOf" srcId="{C56E9044-2F2F-47B4-A0FE-0A45C8C267DD}" destId="{57570976-E188-43D1-8A93-D72A66F45D47}" srcOrd="1" destOrd="0" presId="urn:microsoft.com/office/officeart/2005/8/layout/hierarchy1"/>
    <dgm:cxn modelId="{6DD3742E-3812-4B37-8D57-0A956E9084EF}" type="presParOf" srcId="{57570976-E188-43D1-8A93-D72A66F45D47}" destId="{C7F1753E-2489-4C07-9635-A98047906D95}" srcOrd="0" destOrd="0" presId="urn:microsoft.com/office/officeart/2005/8/layout/hierarchy1"/>
    <dgm:cxn modelId="{EB5309C5-4C2A-4C6C-AE41-CF13684013C2}" type="presParOf" srcId="{C7F1753E-2489-4C07-9635-A98047906D95}" destId="{2EA8E533-7445-488F-9002-207FE297505E}" srcOrd="0" destOrd="0" presId="urn:microsoft.com/office/officeart/2005/8/layout/hierarchy1"/>
    <dgm:cxn modelId="{075276A8-2DF3-40E3-9C2E-F66F4DEE5934}" type="presParOf" srcId="{C7F1753E-2489-4C07-9635-A98047906D95}" destId="{BACEFC1A-5C23-4157-BE93-DF0642A6184C}" srcOrd="1" destOrd="0" presId="urn:microsoft.com/office/officeart/2005/8/layout/hierarchy1"/>
    <dgm:cxn modelId="{E4CCA0D3-B7B5-4746-9ED9-33EFE7012C4C}" type="presParOf" srcId="{57570976-E188-43D1-8A93-D72A66F45D47}" destId="{3758ED1A-D55E-4DB1-8EDE-35FADC759087}" srcOrd="1" destOrd="0" presId="urn:microsoft.com/office/officeart/2005/8/layout/hierarchy1"/>
    <dgm:cxn modelId="{96091CDC-B077-4A58-B74C-2E4B8139691F}" type="presParOf" srcId="{C56E9044-2F2F-47B4-A0FE-0A45C8C267DD}" destId="{C6D082AF-0CC7-4787-86DB-6ED5E713AAEA}" srcOrd="2" destOrd="0" presId="urn:microsoft.com/office/officeart/2005/8/layout/hierarchy1"/>
    <dgm:cxn modelId="{BB5B45D9-048A-46E3-A359-4D2759080ADF}" type="presParOf" srcId="{C56E9044-2F2F-47B4-A0FE-0A45C8C267DD}" destId="{558D6BE6-294E-4045-AC33-94D6CD46A11E}" srcOrd="3" destOrd="0" presId="urn:microsoft.com/office/officeart/2005/8/layout/hierarchy1"/>
    <dgm:cxn modelId="{82401807-5550-4471-8D79-20B9C273AC8D}" type="presParOf" srcId="{558D6BE6-294E-4045-AC33-94D6CD46A11E}" destId="{959A3EC7-469B-49F2-AB72-49E956CAE85D}" srcOrd="0" destOrd="0" presId="urn:microsoft.com/office/officeart/2005/8/layout/hierarchy1"/>
    <dgm:cxn modelId="{5FA85D7A-2810-49D0-B6C6-9071EBEBA1BE}" type="presParOf" srcId="{959A3EC7-469B-49F2-AB72-49E956CAE85D}" destId="{AF023765-02B8-4EAD-987B-24C656920D58}" srcOrd="0" destOrd="0" presId="urn:microsoft.com/office/officeart/2005/8/layout/hierarchy1"/>
    <dgm:cxn modelId="{9C32D302-4632-4C7E-88F8-6BCEF7D2E98F}" type="presParOf" srcId="{959A3EC7-469B-49F2-AB72-49E956CAE85D}" destId="{B0C44416-39DF-440F-ADBC-97BAAAA064B6}" srcOrd="1" destOrd="0" presId="urn:microsoft.com/office/officeart/2005/8/layout/hierarchy1"/>
    <dgm:cxn modelId="{55E7AAB4-E22F-4BA6-9DDA-F4DCD0C166D9}" type="presParOf" srcId="{558D6BE6-294E-4045-AC33-94D6CD46A11E}" destId="{C2C98BA4-9708-4076-A6EC-8E4ACAB8BD98}" srcOrd="1" destOrd="0" presId="urn:microsoft.com/office/officeart/2005/8/layout/hierarchy1"/>
    <dgm:cxn modelId="{5B1086E5-F1BF-4DE4-9851-49648963245E}" type="presParOf" srcId="{C56E9044-2F2F-47B4-A0FE-0A45C8C267DD}" destId="{E6A49408-42B1-4270-8B02-FD87D5F9DAAC}" srcOrd="4" destOrd="0" presId="urn:microsoft.com/office/officeart/2005/8/layout/hierarchy1"/>
    <dgm:cxn modelId="{46E7A6BC-52EF-4E42-AE54-F79D6DD542ED}" type="presParOf" srcId="{C56E9044-2F2F-47B4-A0FE-0A45C8C267DD}" destId="{7D2613C4-B301-4794-957E-798AF2CF3A50}" srcOrd="5" destOrd="0" presId="urn:microsoft.com/office/officeart/2005/8/layout/hierarchy1"/>
    <dgm:cxn modelId="{88F8695C-6C76-4C88-A2C7-7DE0DEFFEF4D}" type="presParOf" srcId="{7D2613C4-B301-4794-957E-798AF2CF3A50}" destId="{C86F442D-3E5A-480A-8F21-533D86E25DBD}" srcOrd="0" destOrd="0" presId="urn:microsoft.com/office/officeart/2005/8/layout/hierarchy1"/>
    <dgm:cxn modelId="{C872834C-DF74-46DC-BCFE-7CDC62CB31D5}" type="presParOf" srcId="{C86F442D-3E5A-480A-8F21-533D86E25DBD}" destId="{A36C2128-F406-44BE-91A2-14259A23362C}" srcOrd="0" destOrd="0" presId="urn:microsoft.com/office/officeart/2005/8/layout/hierarchy1"/>
    <dgm:cxn modelId="{2683961E-A5FB-4C85-B00C-3A311F0E131D}" type="presParOf" srcId="{C86F442D-3E5A-480A-8F21-533D86E25DBD}" destId="{E8EFBE6C-4EA2-4648-B8BE-D28F9ACB25EE}" srcOrd="1" destOrd="0" presId="urn:microsoft.com/office/officeart/2005/8/layout/hierarchy1"/>
    <dgm:cxn modelId="{16C9F2A6-C27A-4520-89B4-B2E8D556CA18}" type="presParOf" srcId="{7D2613C4-B301-4794-957E-798AF2CF3A50}" destId="{CC8A1462-2D15-4F53-AE45-49907D2F2C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50575F-CB0C-43F0-A22C-C701B4FC45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34ADE7F1-49A1-4EF9-B2D0-ACAFFF18104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Abbiamo scaricato i transcript dai video presenti nel dataset</a:t>
          </a:r>
          <a:endParaRPr lang="en-US"/>
        </a:p>
      </dgm:t>
    </dgm:pt>
    <dgm:pt modelId="{E3E8535A-A4E8-45A8-A90C-37CBB6EC0952}" type="parTrans" cxnId="{3BBCD5DC-269C-4325-91F0-88F9FC733D07}">
      <dgm:prSet/>
      <dgm:spPr/>
      <dgm:t>
        <a:bodyPr/>
        <a:lstStyle/>
        <a:p>
          <a:endParaRPr lang="en-US"/>
        </a:p>
      </dgm:t>
    </dgm:pt>
    <dgm:pt modelId="{A368D023-4B56-477D-A4CC-DD3AF183993E}" type="sibTrans" cxnId="{3BBCD5DC-269C-4325-91F0-88F9FC733D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DEEA96-30FF-4C37-95A6-262B78606FE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Abbiamo caricato i transcript e il dataset in un bucket S3 chiamato «raw-data»</a:t>
          </a:r>
          <a:endParaRPr lang="en-US"/>
        </a:p>
      </dgm:t>
    </dgm:pt>
    <dgm:pt modelId="{BB4296CF-C5E4-41D7-867A-65E648F7F53B}" type="parTrans" cxnId="{AD918FE2-1D42-4E6B-890F-5C4E2582D9B1}">
      <dgm:prSet/>
      <dgm:spPr/>
      <dgm:t>
        <a:bodyPr/>
        <a:lstStyle/>
        <a:p>
          <a:endParaRPr lang="en-US"/>
        </a:p>
      </dgm:t>
    </dgm:pt>
    <dgm:pt modelId="{821FC1DD-53F1-4F3A-ADDD-DD3E4DADEAC4}" type="sibTrans" cxnId="{AD918FE2-1D42-4E6B-890F-5C4E2582D9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09D2601-1411-453D-8DBD-7E1BDEA8A9C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Con un job PySpark abbiamo processato i dati aggregandoli in un file JSON strutturato per ogni video</a:t>
          </a:r>
          <a:endParaRPr lang="en-US"/>
        </a:p>
      </dgm:t>
    </dgm:pt>
    <dgm:pt modelId="{14396F3F-2CC9-41C7-BD29-C0080996882A}" type="parTrans" cxnId="{B70D46A6-1150-43B2-A7FA-B84CDD1BDC82}">
      <dgm:prSet/>
      <dgm:spPr/>
      <dgm:t>
        <a:bodyPr/>
        <a:lstStyle/>
        <a:p>
          <a:endParaRPr lang="en-US"/>
        </a:p>
      </dgm:t>
    </dgm:pt>
    <dgm:pt modelId="{9A5BAE00-8D8B-4802-9634-24A9F0B04825}" type="sibTrans" cxnId="{B70D46A6-1150-43B2-A7FA-B84CDD1BDC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61841B-8C7A-4851-A9A2-3EA9543AB22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 file JSON sono stati caricati nel bucket S3 «processed-data»</a:t>
          </a:r>
          <a:endParaRPr lang="en-US"/>
        </a:p>
      </dgm:t>
    </dgm:pt>
    <dgm:pt modelId="{A4C94C9A-1FD4-483B-9221-6BC4610D652D}" type="parTrans" cxnId="{D7C6F728-821D-4400-822E-7543379FA8BC}">
      <dgm:prSet/>
      <dgm:spPr/>
      <dgm:t>
        <a:bodyPr/>
        <a:lstStyle/>
        <a:p>
          <a:endParaRPr lang="en-US"/>
        </a:p>
      </dgm:t>
    </dgm:pt>
    <dgm:pt modelId="{2C3B9CBF-85F7-4561-B682-D37DE87E1922}" type="sibTrans" cxnId="{D7C6F728-821D-4400-822E-7543379FA8BC}">
      <dgm:prSet/>
      <dgm:spPr/>
      <dgm:t>
        <a:bodyPr/>
        <a:lstStyle/>
        <a:p>
          <a:endParaRPr lang="en-US"/>
        </a:p>
      </dgm:t>
    </dgm:pt>
    <dgm:pt modelId="{F4BF7A3E-B8B1-4712-9A6D-65B978AECB1C}" type="pres">
      <dgm:prSet presAssocID="{C950575F-CB0C-43F0-A22C-C701B4FC4572}" presName="root" presStyleCnt="0">
        <dgm:presLayoutVars>
          <dgm:dir/>
          <dgm:resizeHandles val="exact"/>
        </dgm:presLayoutVars>
      </dgm:prSet>
      <dgm:spPr/>
    </dgm:pt>
    <dgm:pt modelId="{A4DE55B0-80B0-4FF0-AFCF-A75371A50C68}" type="pres">
      <dgm:prSet presAssocID="{34ADE7F1-49A1-4EF9-B2D0-ACAFFF18104F}" presName="compNode" presStyleCnt="0"/>
      <dgm:spPr/>
    </dgm:pt>
    <dgm:pt modelId="{A68B469D-239E-4E7D-A0E0-3A56E09C4B3D}" type="pres">
      <dgm:prSet presAssocID="{34ADE7F1-49A1-4EF9-B2D0-ACAFFF18104F}" presName="bgRect" presStyleLbl="bgShp" presStyleIdx="0" presStyleCnt="4"/>
      <dgm:spPr/>
    </dgm:pt>
    <dgm:pt modelId="{113C31D6-298B-49C1-B3E7-CD2D6D057277}" type="pres">
      <dgm:prSet presAssocID="{34ADE7F1-49A1-4EF9-B2D0-ACAFFF18104F}" presName="iconRect" presStyleLbl="nod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dal cloud con riempimento a tinta unita"/>
        </a:ext>
      </dgm:extLst>
    </dgm:pt>
    <dgm:pt modelId="{F5797FAB-293D-4282-AD9E-A2BB10195288}" type="pres">
      <dgm:prSet presAssocID="{34ADE7F1-49A1-4EF9-B2D0-ACAFFF18104F}" presName="spaceRect" presStyleCnt="0"/>
      <dgm:spPr/>
    </dgm:pt>
    <dgm:pt modelId="{2B48855C-1E7D-48E0-8878-39443D4E092B}" type="pres">
      <dgm:prSet presAssocID="{34ADE7F1-49A1-4EF9-B2D0-ACAFFF18104F}" presName="parTx" presStyleLbl="revTx" presStyleIdx="0" presStyleCnt="4">
        <dgm:presLayoutVars>
          <dgm:chMax val="0"/>
          <dgm:chPref val="0"/>
        </dgm:presLayoutVars>
      </dgm:prSet>
      <dgm:spPr/>
    </dgm:pt>
    <dgm:pt modelId="{5230B2A7-6AD9-407D-8949-8956AD437201}" type="pres">
      <dgm:prSet presAssocID="{A368D023-4B56-477D-A4CC-DD3AF183993E}" presName="sibTrans" presStyleCnt="0"/>
      <dgm:spPr/>
    </dgm:pt>
    <dgm:pt modelId="{ECF39371-F38A-41CB-8476-52B41E97E9B4}" type="pres">
      <dgm:prSet presAssocID="{F1DEEA96-30FF-4C37-95A6-262B78606FE0}" presName="compNode" presStyleCnt="0"/>
      <dgm:spPr/>
    </dgm:pt>
    <dgm:pt modelId="{0047049F-B553-4B97-A390-8AD6C89A58B2}" type="pres">
      <dgm:prSet presAssocID="{F1DEEA96-30FF-4C37-95A6-262B78606FE0}" presName="bgRect" presStyleLbl="bgShp" presStyleIdx="1" presStyleCnt="4"/>
      <dgm:spPr/>
    </dgm:pt>
    <dgm:pt modelId="{12EAAEC2-1231-4EF3-BE65-E6075D558BE0}" type="pres">
      <dgm:prSet presAssocID="{F1DEEA96-30FF-4C37-95A6-262B78606FE0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i cartella con riempimento a tinta unita"/>
        </a:ext>
      </dgm:extLst>
    </dgm:pt>
    <dgm:pt modelId="{277B2413-2376-4701-9321-8D748B9D6FEE}" type="pres">
      <dgm:prSet presAssocID="{F1DEEA96-30FF-4C37-95A6-262B78606FE0}" presName="spaceRect" presStyleCnt="0"/>
      <dgm:spPr/>
    </dgm:pt>
    <dgm:pt modelId="{F3C66376-0A58-4204-871A-5A6FDBFFDFD2}" type="pres">
      <dgm:prSet presAssocID="{F1DEEA96-30FF-4C37-95A6-262B78606FE0}" presName="parTx" presStyleLbl="revTx" presStyleIdx="1" presStyleCnt="4">
        <dgm:presLayoutVars>
          <dgm:chMax val="0"/>
          <dgm:chPref val="0"/>
        </dgm:presLayoutVars>
      </dgm:prSet>
      <dgm:spPr/>
    </dgm:pt>
    <dgm:pt modelId="{9623744D-96BE-4ABE-90B6-28D61FEBD450}" type="pres">
      <dgm:prSet presAssocID="{821FC1DD-53F1-4F3A-ADDD-DD3E4DADEAC4}" presName="sibTrans" presStyleCnt="0"/>
      <dgm:spPr/>
    </dgm:pt>
    <dgm:pt modelId="{17C69B30-D6AD-4A91-9D40-7FEA3B9126DD}" type="pres">
      <dgm:prSet presAssocID="{A09D2601-1411-453D-8DBD-7E1BDEA8A9C0}" presName="compNode" presStyleCnt="0"/>
      <dgm:spPr/>
    </dgm:pt>
    <dgm:pt modelId="{AA9AEC5C-7CD5-4F3F-A44D-089BB337904B}" type="pres">
      <dgm:prSet presAssocID="{A09D2601-1411-453D-8DBD-7E1BDEA8A9C0}" presName="bgRect" presStyleLbl="bgShp" presStyleIdx="2" presStyleCnt="4"/>
      <dgm:spPr/>
    </dgm:pt>
    <dgm:pt modelId="{C589B9AA-0AD1-4D95-AC03-396C1D06966E}" type="pres">
      <dgm:prSet presAssocID="{A09D2601-1411-453D-8DBD-7E1BDEA8A9C0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 con riempimento a tinta unita"/>
        </a:ext>
      </dgm:extLst>
    </dgm:pt>
    <dgm:pt modelId="{425531AB-8728-4783-BF0B-17534896972C}" type="pres">
      <dgm:prSet presAssocID="{A09D2601-1411-453D-8DBD-7E1BDEA8A9C0}" presName="spaceRect" presStyleCnt="0"/>
      <dgm:spPr/>
    </dgm:pt>
    <dgm:pt modelId="{8C1F4300-F5BB-40F0-9C7E-DE0F0ABE373B}" type="pres">
      <dgm:prSet presAssocID="{A09D2601-1411-453D-8DBD-7E1BDEA8A9C0}" presName="parTx" presStyleLbl="revTx" presStyleIdx="2" presStyleCnt="4">
        <dgm:presLayoutVars>
          <dgm:chMax val="0"/>
          <dgm:chPref val="0"/>
        </dgm:presLayoutVars>
      </dgm:prSet>
      <dgm:spPr/>
    </dgm:pt>
    <dgm:pt modelId="{BC060DB5-3572-4415-A8F7-5D660F755F75}" type="pres">
      <dgm:prSet presAssocID="{9A5BAE00-8D8B-4802-9634-24A9F0B04825}" presName="sibTrans" presStyleCnt="0"/>
      <dgm:spPr/>
    </dgm:pt>
    <dgm:pt modelId="{C1CE6540-DEB1-4B3C-A6E6-A323258ECA45}" type="pres">
      <dgm:prSet presAssocID="{E561841B-8C7A-4851-A9A2-3EA9543AB226}" presName="compNode" presStyleCnt="0"/>
      <dgm:spPr/>
    </dgm:pt>
    <dgm:pt modelId="{910FF518-BB81-446C-B306-20684AE4D367}" type="pres">
      <dgm:prSet presAssocID="{E561841B-8C7A-4851-A9A2-3EA9543AB226}" presName="bgRect" presStyleLbl="bgShp" presStyleIdx="3" presStyleCnt="4"/>
      <dgm:spPr/>
    </dgm:pt>
    <dgm:pt modelId="{D8A899F2-BD3E-4942-B344-CCE4711553B3}" type="pres">
      <dgm:prSet presAssocID="{E561841B-8C7A-4851-A9A2-3EA9543AB226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i cartella con riempimento a tinta unita"/>
        </a:ext>
      </dgm:extLst>
    </dgm:pt>
    <dgm:pt modelId="{7EBB7C8F-631D-4061-AFD8-4170BB934B9B}" type="pres">
      <dgm:prSet presAssocID="{E561841B-8C7A-4851-A9A2-3EA9543AB226}" presName="spaceRect" presStyleCnt="0"/>
      <dgm:spPr/>
    </dgm:pt>
    <dgm:pt modelId="{F7D1BB09-29D0-4F0F-9897-F8A370503130}" type="pres">
      <dgm:prSet presAssocID="{E561841B-8C7A-4851-A9A2-3EA9543AB22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437AC11-F8D5-44FC-B013-AA547A011FCD}" type="presOf" srcId="{34ADE7F1-49A1-4EF9-B2D0-ACAFFF18104F}" destId="{2B48855C-1E7D-48E0-8878-39443D4E092B}" srcOrd="0" destOrd="0" presId="urn:microsoft.com/office/officeart/2018/2/layout/IconVerticalSolidList"/>
    <dgm:cxn modelId="{D7C6F728-821D-4400-822E-7543379FA8BC}" srcId="{C950575F-CB0C-43F0-A22C-C701B4FC4572}" destId="{E561841B-8C7A-4851-A9A2-3EA9543AB226}" srcOrd="3" destOrd="0" parTransId="{A4C94C9A-1FD4-483B-9221-6BC4610D652D}" sibTransId="{2C3B9CBF-85F7-4561-B682-D37DE87E1922}"/>
    <dgm:cxn modelId="{D844D92F-FED7-40EE-90A8-319EC2BD1307}" type="presOf" srcId="{E561841B-8C7A-4851-A9A2-3EA9543AB226}" destId="{F7D1BB09-29D0-4F0F-9897-F8A370503130}" srcOrd="0" destOrd="0" presId="urn:microsoft.com/office/officeart/2018/2/layout/IconVerticalSolidList"/>
    <dgm:cxn modelId="{88CADD90-9B3F-40DE-9689-9529C95CEE11}" type="presOf" srcId="{C950575F-CB0C-43F0-A22C-C701B4FC4572}" destId="{F4BF7A3E-B8B1-4712-9A6D-65B978AECB1C}" srcOrd="0" destOrd="0" presId="urn:microsoft.com/office/officeart/2018/2/layout/IconVerticalSolidList"/>
    <dgm:cxn modelId="{B70D46A6-1150-43B2-A7FA-B84CDD1BDC82}" srcId="{C950575F-CB0C-43F0-A22C-C701B4FC4572}" destId="{A09D2601-1411-453D-8DBD-7E1BDEA8A9C0}" srcOrd="2" destOrd="0" parTransId="{14396F3F-2CC9-41C7-BD29-C0080996882A}" sibTransId="{9A5BAE00-8D8B-4802-9634-24A9F0B04825}"/>
    <dgm:cxn modelId="{3BBCD5DC-269C-4325-91F0-88F9FC733D07}" srcId="{C950575F-CB0C-43F0-A22C-C701B4FC4572}" destId="{34ADE7F1-49A1-4EF9-B2D0-ACAFFF18104F}" srcOrd="0" destOrd="0" parTransId="{E3E8535A-A4E8-45A8-A90C-37CBB6EC0952}" sibTransId="{A368D023-4B56-477D-A4CC-DD3AF183993E}"/>
    <dgm:cxn modelId="{12286EE0-21AE-48C3-BA47-1D808D904A7E}" type="presOf" srcId="{F1DEEA96-30FF-4C37-95A6-262B78606FE0}" destId="{F3C66376-0A58-4204-871A-5A6FDBFFDFD2}" srcOrd="0" destOrd="0" presId="urn:microsoft.com/office/officeart/2018/2/layout/IconVerticalSolidList"/>
    <dgm:cxn modelId="{AD918FE2-1D42-4E6B-890F-5C4E2582D9B1}" srcId="{C950575F-CB0C-43F0-A22C-C701B4FC4572}" destId="{F1DEEA96-30FF-4C37-95A6-262B78606FE0}" srcOrd="1" destOrd="0" parTransId="{BB4296CF-C5E4-41D7-867A-65E648F7F53B}" sibTransId="{821FC1DD-53F1-4F3A-ADDD-DD3E4DADEAC4}"/>
    <dgm:cxn modelId="{7EBAA1F0-2AFA-4647-B157-EDD8DE8D654D}" type="presOf" srcId="{A09D2601-1411-453D-8DBD-7E1BDEA8A9C0}" destId="{8C1F4300-F5BB-40F0-9C7E-DE0F0ABE373B}" srcOrd="0" destOrd="0" presId="urn:microsoft.com/office/officeart/2018/2/layout/IconVerticalSolidList"/>
    <dgm:cxn modelId="{3C5CED2D-381C-49A1-AC10-5C841468FE67}" type="presParOf" srcId="{F4BF7A3E-B8B1-4712-9A6D-65B978AECB1C}" destId="{A4DE55B0-80B0-4FF0-AFCF-A75371A50C68}" srcOrd="0" destOrd="0" presId="urn:microsoft.com/office/officeart/2018/2/layout/IconVerticalSolidList"/>
    <dgm:cxn modelId="{A2781CC6-8E43-4F31-820F-C8CCDFA5CC3F}" type="presParOf" srcId="{A4DE55B0-80B0-4FF0-AFCF-A75371A50C68}" destId="{A68B469D-239E-4E7D-A0E0-3A56E09C4B3D}" srcOrd="0" destOrd="0" presId="urn:microsoft.com/office/officeart/2018/2/layout/IconVerticalSolidList"/>
    <dgm:cxn modelId="{5432219E-4663-4635-B80A-C8D934A0306E}" type="presParOf" srcId="{A4DE55B0-80B0-4FF0-AFCF-A75371A50C68}" destId="{113C31D6-298B-49C1-B3E7-CD2D6D057277}" srcOrd="1" destOrd="0" presId="urn:microsoft.com/office/officeart/2018/2/layout/IconVerticalSolidList"/>
    <dgm:cxn modelId="{982D1986-49AE-4A40-ADB7-CECA34B9AA06}" type="presParOf" srcId="{A4DE55B0-80B0-4FF0-AFCF-A75371A50C68}" destId="{F5797FAB-293D-4282-AD9E-A2BB10195288}" srcOrd="2" destOrd="0" presId="urn:microsoft.com/office/officeart/2018/2/layout/IconVerticalSolidList"/>
    <dgm:cxn modelId="{BA85329C-C165-4425-ADB6-4FC3C47F6A4C}" type="presParOf" srcId="{A4DE55B0-80B0-4FF0-AFCF-A75371A50C68}" destId="{2B48855C-1E7D-48E0-8878-39443D4E092B}" srcOrd="3" destOrd="0" presId="urn:microsoft.com/office/officeart/2018/2/layout/IconVerticalSolidList"/>
    <dgm:cxn modelId="{AEF0E0E9-9C1A-4B9A-91DA-06E10BA2AF90}" type="presParOf" srcId="{F4BF7A3E-B8B1-4712-9A6D-65B978AECB1C}" destId="{5230B2A7-6AD9-407D-8949-8956AD437201}" srcOrd="1" destOrd="0" presId="urn:microsoft.com/office/officeart/2018/2/layout/IconVerticalSolidList"/>
    <dgm:cxn modelId="{FEB54501-3386-4AF9-893C-B51A03AD390C}" type="presParOf" srcId="{F4BF7A3E-B8B1-4712-9A6D-65B978AECB1C}" destId="{ECF39371-F38A-41CB-8476-52B41E97E9B4}" srcOrd="2" destOrd="0" presId="urn:microsoft.com/office/officeart/2018/2/layout/IconVerticalSolidList"/>
    <dgm:cxn modelId="{378C041B-1A8C-465C-A699-DCD5E7229FAD}" type="presParOf" srcId="{ECF39371-F38A-41CB-8476-52B41E97E9B4}" destId="{0047049F-B553-4B97-A390-8AD6C89A58B2}" srcOrd="0" destOrd="0" presId="urn:microsoft.com/office/officeart/2018/2/layout/IconVerticalSolidList"/>
    <dgm:cxn modelId="{3EF94889-5FD9-4608-8C55-A37D18EF5268}" type="presParOf" srcId="{ECF39371-F38A-41CB-8476-52B41E97E9B4}" destId="{12EAAEC2-1231-4EF3-BE65-E6075D558BE0}" srcOrd="1" destOrd="0" presId="urn:microsoft.com/office/officeart/2018/2/layout/IconVerticalSolidList"/>
    <dgm:cxn modelId="{DACAE89C-7A2E-4DA9-931D-B65C35924DCD}" type="presParOf" srcId="{ECF39371-F38A-41CB-8476-52B41E97E9B4}" destId="{277B2413-2376-4701-9321-8D748B9D6FEE}" srcOrd="2" destOrd="0" presId="urn:microsoft.com/office/officeart/2018/2/layout/IconVerticalSolidList"/>
    <dgm:cxn modelId="{294966DB-E8E1-4415-A6D7-E7C3708F0FAB}" type="presParOf" srcId="{ECF39371-F38A-41CB-8476-52B41E97E9B4}" destId="{F3C66376-0A58-4204-871A-5A6FDBFFDFD2}" srcOrd="3" destOrd="0" presId="urn:microsoft.com/office/officeart/2018/2/layout/IconVerticalSolidList"/>
    <dgm:cxn modelId="{390FE9C0-821F-4AE6-8DB4-43D61FC77DBA}" type="presParOf" srcId="{F4BF7A3E-B8B1-4712-9A6D-65B978AECB1C}" destId="{9623744D-96BE-4ABE-90B6-28D61FEBD450}" srcOrd="3" destOrd="0" presId="urn:microsoft.com/office/officeart/2018/2/layout/IconVerticalSolidList"/>
    <dgm:cxn modelId="{A6BFEF8E-46F7-4C9C-A85C-0630E45B42F7}" type="presParOf" srcId="{F4BF7A3E-B8B1-4712-9A6D-65B978AECB1C}" destId="{17C69B30-D6AD-4A91-9D40-7FEA3B9126DD}" srcOrd="4" destOrd="0" presId="urn:microsoft.com/office/officeart/2018/2/layout/IconVerticalSolidList"/>
    <dgm:cxn modelId="{A9556A1F-7C5C-44FC-BF51-3D6E965C6216}" type="presParOf" srcId="{17C69B30-D6AD-4A91-9D40-7FEA3B9126DD}" destId="{AA9AEC5C-7CD5-4F3F-A44D-089BB337904B}" srcOrd="0" destOrd="0" presId="urn:microsoft.com/office/officeart/2018/2/layout/IconVerticalSolidList"/>
    <dgm:cxn modelId="{4622A2A6-61AD-48AB-AAEF-BBFA9F7B5B36}" type="presParOf" srcId="{17C69B30-D6AD-4A91-9D40-7FEA3B9126DD}" destId="{C589B9AA-0AD1-4D95-AC03-396C1D06966E}" srcOrd="1" destOrd="0" presId="urn:microsoft.com/office/officeart/2018/2/layout/IconVerticalSolidList"/>
    <dgm:cxn modelId="{5C2B7681-4DE8-411F-8E03-634B6C5AEA36}" type="presParOf" srcId="{17C69B30-D6AD-4A91-9D40-7FEA3B9126DD}" destId="{425531AB-8728-4783-BF0B-17534896972C}" srcOrd="2" destOrd="0" presId="urn:microsoft.com/office/officeart/2018/2/layout/IconVerticalSolidList"/>
    <dgm:cxn modelId="{43903B00-3265-42FD-B733-77C7699709B2}" type="presParOf" srcId="{17C69B30-D6AD-4A91-9D40-7FEA3B9126DD}" destId="{8C1F4300-F5BB-40F0-9C7E-DE0F0ABE373B}" srcOrd="3" destOrd="0" presId="urn:microsoft.com/office/officeart/2018/2/layout/IconVerticalSolidList"/>
    <dgm:cxn modelId="{E3C12665-B910-4B67-9558-EB5ABFBAFDAB}" type="presParOf" srcId="{F4BF7A3E-B8B1-4712-9A6D-65B978AECB1C}" destId="{BC060DB5-3572-4415-A8F7-5D660F755F75}" srcOrd="5" destOrd="0" presId="urn:microsoft.com/office/officeart/2018/2/layout/IconVerticalSolidList"/>
    <dgm:cxn modelId="{203E7DD6-6881-45A1-9B44-17516E51657A}" type="presParOf" srcId="{F4BF7A3E-B8B1-4712-9A6D-65B978AECB1C}" destId="{C1CE6540-DEB1-4B3C-A6E6-A323258ECA45}" srcOrd="6" destOrd="0" presId="urn:microsoft.com/office/officeart/2018/2/layout/IconVerticalSolidList"/>
    <dgm:cxn modelId="{46FCB263-0E7A-49F0-8A1C-F1556642771B}" type="presParOf" srcId="{C1CE6540-DEB1-4B3C-A6E6-A323258ECA45}" destId="{910FF518-BB81-446C-B306-20684AE4D367}" srcOrd="0" destOrd="0" presId="urn:microsoft.com/office/officeart/2018/2/layout/IconVerticalSolidList"/>
    <dgm:cxn modelId="{C092D09A-2534-4DE1-9D67-D47ED0090B98}" type="presParOf" srcId="{C1CE6540-DEB1-4B3C-A6E6-A323258ECA45}" destId="{D8A899F2-BD3E-4942-B344-CCE4711553B3}" srcOrd="1" destOrd="0" presId="urn:microsoft.com/office/officeart/2018/2/layout/IconVerticalSolidList"/>
    <dgm:cxn modelId="{9ED35A9E-C686-4C60-9F78-6AAE20F6D9E9}" type="presParOf" srcId="{C1CE6540-DEB1-4B3C-A6E6-A323258ECA45}" destId="{7EBB7C8F-631D-4061-AFD8-4170BB934B9B}" srcOrd="2" destOrd="0" presId="urn:microsoft.com/office/officeart/2018/2/layout/IconVerticalSolidList"/>
    <dgm:cxn modelId="{3005C20C-7344-44D3-804C-5F4C100B96BA}" type="presParOf" srcId="{C1CE6540-DEB1-4B3C-A6E6-A323258ECA45}" destId="{F7D1BB09-29D0-4F0F-9897-F8A3705031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4BA717-D359-4062-B30F-74323FABB0C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3C5006-9EF2-4620-872B-82CB6F83C29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Il job PySpark ha l’obiettivo di trasformare i dati grezzi in un file JSON strutturato per ogni talk</a:t>
          </a:r>
          <a:endParaRPr lang="en-US"/>
        </a:p>
      </dgm:t>
    </dgm:pt>
    <dgm:pt modelId="{469D3976-4B03-401B-9CD4-99BAF3BCE417}" type="parTrans" cxnId="{19208AAA-9909-4F6D-A643-E1A25FF7A71D}">
      <dgm:prSet/>
      <dgm:spPr/>
      <dgm:t>
        <a:bodyPr/>
        <a:lstStyle/>
        <a:p>
          <a:endParaRPr lang="en-US"/>
        </a:p>
      </dgm:t>
    </dgm:pt>
    <dgm:pt modelId="{9D7D0729-D317-4E60-BD6E-A1CDE52E5C42}" type="sibTrans" cxnId="{19208AAA-9909-4F6D-A643-E1A25FF7A71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8E3260B-6613-4506-8DD7-F95420B5BDE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Il job legge i dati dal bucket S3 «raw-data»</a:t>
          </a:r>
          <a:endParaRPr lang="en-US"/>
        </a:p>
      </dgm:t>
    </dgm:pt>
    <dgm:pt modelId="{9A679E61-A260-4219-95DD-18211D3C27A6}" type="parTrans" cxnId="{85CA7286-43B5-4B6F-B913-D44CE041CFED}">
      <dgm:prSet/>
      <dgm:spPr/>
      <dgm:t>
        <a:bodyPr/>
        <a:lstStyle/>
        <a:p>
          <a:endParaRPr lang="en-US"/>
        </a:p>
      </dgm:t>
    </dgm:pt>
    <dgm:pt modelId="{5FACD343-9EA9-4B2F-9B51-FE9EFF1D9606}" type="sibTrans" cxnId="{85CA7286-43B5-4B6F-B913-D44CE041CFE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22DF8C-529C-4901-8AE3-7B22160F502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Aggrega i dati usando come chiave l’ID del dataset</a:t>
          </a:r>
          <a:endParaRPr lang="en-US"/>
        </a:p>
      </dgm:t>
    </dgm:pt>
    <dgm:pt modelId="{FA1026D1-7145-411E-9E95-1E3BDB9693B1}" type="parTrans" cxnId="{72FA6182-54BE-4326-B133-39394643BCE6}">
      <dgm:prSet/>
      <dgm:spPr/>
      <dgm:t>
        <a:bodyPr/>
        <a:lstStyle/>
        <a:p>
          <a:endParaRPr lang="en-US"/>
        </a:p>
      </dgm:t>
    </dgm:pt>
    <dgm:pt modelId="{9D807914-C920-4B2B-B879-690938D2359B}" type="sibTrans" cxnId="{72FA6182-54BE-4326-B133-39394643BCE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E4FEFE-B3E7-48BA-A8CF-EB70126048B7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Genera un JSON con schema finale mostrato nell’immagine</a:t>
          </a:r>
          <a:endParaRPr lang="en-US" dirty="0"/>
        </a:p>
      </dgm:t>
    </dgm:pt>
    <dgm:pt modelId="{F280FB0A-EB50-41BF-90DB-6503B011EBBB}" type="parTrans" cxnId="{B23DF44B-1725-421E-BA5C-16E7817BCD32}">
      <dgm:prSet/>
      <dgm:spPr/>
      <dgm:t>
        <a:bodyPr/>
        <a:lstStyle/>
        <a:p>
          <a:endParaRPr lang="en-US"/>
        </a:p>
      </dgm:t>
    </dgm:pt>
    <dgm:pt modelId="{736D5C3E-0EBA-4A3A-B20D-66F0BDFBD3D2}" type="sibTrans" cxnId="{B23DF44B-1725-421E-BA5C-16E7817BCD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0D12402-3D04-48D7-AAA8-3C4FCAD0130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Carica i JSON nel bucket S3 «processed-data»</a:t>
          </a:r>
          <a:endParaRPr lang="en-US"/>
        </a:p>
      </dgm:t>
    </dgm:pt>
    <dgm:pt modelId="{E686C038-6752-4881-81CE-6A9F9DCC5741}" type="parTrans" cxnId="{BA91FD2D-F75A-4276-B717-F5506964CA31}">
      <dgm:prSet/>
      <dgm:spPr/>
      <dgm:t>
        <a:bodyPr/>
        <a:lstStyle/>
        <a:p>
          <a:endParaRPr lang="en-US"/>
        </a:p>
      </dgm:t>
    </dgm:pt>
    <dgm:pt modelId="{2EFAE486-CD84-4C4B-A7DE-6E60409014FA}" type="sibTrans" cxnId="{BA91FD2D-F75A-4276-B717-F5506964CA31}">
      <dgm:prSet/>
      <dgm:spPr/>
      <dgm:t>
        <a:bodyPr/>
        <a:lstStyle/>
        <a:p>
          <a:endParaRPr lang="en-US"/>
        </a:p>
      </dgm:t>
    </dgm:pt>
    <dgm:pt modelId="{95893DBC-5488-4B54-A347-71DC62A37394}" type="pres">
      <dgm:prSet presAssocID="{7F4BA717-D359-4062-B30F-74323FABB0C0}" presName="root" presStyleCnt="0">
        <dgm:presLayoutVars>
          <dgm:dir/>
          <dgm:resizeHandles val="exact"/>
        </dgm:presLayoutVars>
      </dgm:prSet>
      <dgm:spPr/>
    </dgm:pt>
    <dgm:pt modelId="{6C039470-3DE9-4C93-9DAA-D135DA532924}" type="pres">
      <dgm:prSet presAssocID="{063C5006-9EF2-4620-872B-82CB6F83C295}" presName="compNode" presStyleCnt="0"/>
      <dgm:spPr/>
    </dgm:pt>
    <dgm:pt modelId="{576172BF-8575-4746-BF66-076C8F4E6DF7}" type="pres">
      <dgm:prSet presAssocID="{063C5006-9EF2-4620-872B-82CB6F83C29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22EBECB-E327-4B51-BC1C-EAF640BE64BF}" type="pres">
      <dgm:prSet presAssocID="{063C5006-9EF2-4620-872B-82CB6F83C295}" presName="spaceRect" presStyleCnt="0"/>
      <dgm:spPr/>
    </dgm:pt>
    <dgm:pt modelId="{D006C429-9943-44F4-A795-A9DE1A9F7A71}" type="pres">
      <dgm:prSet presAssocID="{063C5006-9EF2-4620-872B-82CB6F83C295}" presName="textRect" presStyleLbl="revTx" presStyleIdx="0" presStyleCnt="5">
        <dgm:presLayoutVars>
          <dgm:chMax val="1"/>
          <dgm:chPref val="1"/>
        </dgm:presLayoutVars>
      </dgm:prSet>
      <dgm:spPr/>
    </dgm:pt>
    <dgm:pt modelId="{D4355A12-8F05-4FAA-8669-2FD6EEC82B61}" type="pres">
      <dgm:prSet presAssocID="{9D7D0729-D317-4E60-BD6E-A1CDE52E5C42}" presName="sibTrans" presStyleCnt="0"/>
      <dgm:spPr/>
    </dgm:pt>
    <dgm:pt modelId="{2931536C-6E4E-4B2A-BD99-889AD87E5772}" type="pres">
      <dgm:prSet presAssocID="{C8E3260B-6613-4506-8DD7-F95420B5BDEE}" presName="compNode" presStyleCnt="0"/>
      <dgm:spPr/>
    </dgm:pt>
    <dgm:pt modelId="{5DF4C938-AB03-4DD6-80A9-0A3F5A233184}" type="pres">
      <dgm:prSet presAssocID="{C8E3260B-6613-4506-8DD7-F95420B5BDE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ella"/>
        </a:ext>
      </dgm:extLst>
    </dgm:pt>
    <dgm:pt modelId="{849950C7-5739-4D26-90CA-AEDFD5062881}" type="pres">
      <dgm:prSet presAssocID="{C8E3260B-6613-4506-8DD7-F95420B5BDEE}" presName="spaceRect" presStyleCnt="0"/>
      <dgm:spPr/>
    </dgm:pt>
    <dgm:pt modelId="{D3A388C3-10BB-4A0E-938D-684D60639D77}" type="pres">
      <dgm:prSet presAssocID="{C8E3260B-6613-4506-8DD7-F95420B5BDEE}" presName="textRect" presStyleLbl="revTx" presStyleIdx="1" presStyleCnt="5">
        <dgm:presLayoutVars>
          <dgm:chMax val="1"/>
          <dgm:chPref val="1"/>
        </dgm:presLayoutVars>
      </dgm:prSet>
      <dgm:spPr/>
    </dgm:pt>
    <dgm:pt modelId="{918496C8-06FD-4C0F-A60A-29E1C98B3674}" type="pres">
      <dgm:prSet presAssocID="{5FACD343-9EA9-4B2F-9B51-FE9EFF1D9606}" presName="sibTrans" presStyleCnt="0"/>
      <dgm:spPr/>
    </dgm:pt>
    <dgm:pt modelId="{3A54D800-CB31-4697-992D-6CAD3E2B4BF5}" type="pres">
      <dgm:prSet presAssocID="{0D22DF8C-529C-4901-8AE3-7B22160F5028}" presName="compNode" presStyleCnt="0"/>
      <dgm:spPr/>
    </dgm:pt>
    <dgm:pt modelId="{A3541D78-93B4-4B1F-8F39-95B2D247180B}" type="pres">
      <dgm:prSet presAssocID="{0D22DF8C-529C-4901-8AE3-7B22160F5028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letato con riempimento a tinta unita"/>
        </a:ext>
      </dgm:extLst>
    </dgm:pt>
    <dgm:pt modelId="{B4EEF890-108A-4A8C-9F52-C95D4941E9A6}" type="pres">
      <dgm:prSet presAssocID="{0D22DF8C-529C-4901-8AE3-7B22160F5028}" presName="spaceRect" presStyleCnt="0"/>
      <dgm:spPr/>
    </dgm:pt>
    <dgm:pt modelId="{797FF271-F796-41A9-B5D8-5E53E2CE4547}" type="pres">
      <dgm:prSet presAssocID="{0D22DF8C-529C-4901-8AE3-7B22160F5028}" presName="textRect" presStyleLbl="revTx" presStyleIdx="2" presStyleCnt="5">
        <dgm:presLayoutVars>
          <dgm:chMax val="1"/>
          <dgm:chPref val="1"/>
        </dgm:presLayoutVars>
      </dgm:prSet>
      <dgm:spPr/>
    </dgm:pt>
    <dgm:pt modelId="{FD62AAF4-2E46-411E-99B4-D1804BEBCB4C}" type="pres">
      <dgm:prSet presAssocID="{9D807914-C920-4B2B-B879-690938D2359B}" presName="sibTrans" presStyleCnt="0"/>
      <dgm:spPr/>
    </dgm:pt>
    <dgm:pt modelId="{D609DA5A-39DE-43AD-9881-C86A2BAB9CB4}" type="pres">
      <dgm:prSet presAssocID="{07E4FEFE-B3E7-48BA-A8CF-EB70126048B7}" presName="compNode" presStyleCnt="0"/>
      <dgm:spPr/>
    </dgm:pt>
    <dgm:pt modelId="{C727F6FC-9D8C-444E-8F3B-6C15E074A8C1}" type="pres">
      <dgm:prSet presAssocID="{07E4FEFE-B3E7-48BA-A8CF-EB70126048B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83259F1D-BA7A-4A7B-A565-3A01BDE26249}" type="pres">
      <dgm:prSet presAssocID="{07E4FEFE-B3E7-48BA-A8CF-EB70126048B7}" presName="spaceRect" presStyleCnt="0"/>
      <dgm:spPr/>
    </dgm:pt>
    <dgm:pt modelId="{CA89B1C6-E147-44C1-8453-A0881FA1C1D6}" type="pres">
      <dgm:prSet presAssocID="{07E4FEFE-B3E7-48BA-A8CF-EB70126048B7}" presName="textRect" presStyleLbl="revTx" presStyleIdx="3" presStyleCnt="5">
        <dgm:presLayoutVars>
          <dgm:chMax val="1"/>
          <dgm:chPref val="1"/>
        </dgm:presLayoutVars>
      </dgm:prSet>
      <dgm:spPr/>
    </dgm:pt>
    <dgm:pt modelId="{5D82D974-C732-4C35-99CF-E6BA2A940C5A}" type="pres">
      <dgm:prSet presAssocID="{736D5C3E-0EBA-4A3A-B20D-66F0BDFBD3D2}" presName="sibTrans" presStyleCnt="0"/>
      <dgm:spPr/>
    </dgm:pt>
    <dgm:pt modelId="{0D5990B9-D0C8-475A-9BCB-DBA3F2A2AA26}" type="pres">
      <dgm:prSet presAssocID="{40D12402-3D04-48D7-AAA8-3C4FCAD01303}" presName="compNode" presStyleCnt="0"/>
      <dgm:spPr/>
    </dgm:pt>
    <dgm:pt modelId="{BB94FB69-823F-4554-8A8B-9B50C34E3D35}" type="pres">
      <dgm:prSet presAssocID="{40D12402-3D04-48D7-AAA8-3C4FCAD0130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"/>
        </a:ext>
      </dgm:extLst>
    </dgm:pt>
    <dgm:pt modelId="{6DC3D7DF-0A4E-4032-9D03-51A070C0699F}" type="pres">
      <dgm:prSet presAssocID="{40D12402-3D04-48D7-AAA8-3C4FCAD01303}" presName="spaceRect" presStyleCnt="0"/>
      <dgm:spPr/>
    </dgm:pt>
    <dgm:pt modelId="{7FB492C4-567E-48E3-B075-16675E09A6A0}" type="pres">
      <dgm:prSet presAssocID="{40D12402-3D04-48D7-AAA8-3C4FCAD0130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DC2F00A-3D8D-48ED-B204-9E8D16F6D59E}" type="presOf" srcId="{7F4BA717-D359-4062-B30F-74323FABB0C0}" destId="{95893DBC-5488-4B54-A347-71DC62A37394}" srcOrd="0" destOrd="0" presId="urn:microsoft.com/office/officeart/2018/2/layout/IconLabelList"/>
    <dgm:cxn modelId="{BA91FD2D-F75A-4276-B717-F5506964CA31}" srcId="{7F4BA717-D359-4062-B30F-74323FABB0C0}" destId="{40D12402-3D04-48D7-AAA8-3C4FCAD01303}" srcOrd="4" destOrd="0" parTransId="{E686C038-6752-4881-81CE-6A9F9DCC5741}" sibTransId="{2EFAE486-CD84-4C4B-A7DE-6E60409014FA}"/>
    <dgm:cxn modelId="{B23DF44B-1725-421E-BA5C-16E7817BCD32}" srcId="{7F4BA717-D359-4062-B30F-74323FABB0C0}" destId="{07E4FEFE-B3E7-48BA-A8CF-EB70126048B7}" srcOrd="3" destOrd="0" parTransId="{F280FB0A-EB50-41BF-90DB-6503B011EBBB}" sibTransId="{736D5C3E-0EBA-4A3A-B20D-66F0BDFBD3D2}"/>
    <dgm:cxn modelId="{B9FBA354-2C82-485E-96A0-87A27EAE0D64}" type="presOf" srcId="{07E4FEFE-B3E7-48BA-A8CF-EB70126048B7}" destId="{CA89B1C6-E147-44C1-8453-A0881FA1C1D6}" srcOrd="0" destOrd="0" presId="urn:microsoft.com/office/officeart/2018/2/layout/IconLabelList"/>
    <dgm:cxn modelId="{5EA0AD74-62E3-4AB2-9A84-4AD87ED00BAA}" type="presOf" srcId="{40D12402-3D04-48D7-AAA8-3C4FCAD01303}" destId="{7FB492C4-567E-48E3-B075-16675E09A6A0}" srcOrd="0" destOrd="0" presId="urn:microsoft.com/office/officeart/2018/2/layout/IconLabelList"/>
    <dgm:cxn modelId="{E400157F-F634-48F1-95DB-29857B3041EE}" type="presOf" srcId="{0D22DF8C-529C-4901-8AE3-7B22160F5028}" destId="{797FF271-F796-41A9-B5D8-5E53E2CE4547}" srcOrd="0" destOrd="0" presId="urn:microsoft.com/office/officeart/2018/2/layout/IconLabelList"/>
    <dgm:cxn modelId="{72FA6182-54BE-4326-B133-39394643BCE6}" srcId="{7F4BA717-D359-4062-B30F-74323FABB0C0}" destId="{0D22DF8C-529C-4901-8AE3-7B22160F5028}" srcOrd="2" destOrd="0" parTransId="{FA1026D1-7145-411E-9E95-1E3BDB9693B1}" sibTransId="{9D807914-C920-4B2B-B879-690938D2359B}"/>
    <dgm:cxn modelId="{85CA7286-43B5-4B6F-B913-D44CE041CFED}" srcId="{7F4BA717-D359-4062-B30F-74323FABB0C0}" destId="{C8E3260B-6613-4506-8DD7-F95420B5BDEE}" srcOrd="1" destOrd="0" parTransId="{9A679E61-A260-4219-95DD-18211D3C27A6}" sibTransId="{5FACD343-9EA9-4B2F-9B51-FE9EFF1D9606}"/>
    <dgm:cxn modelId="{2C4BD695-D4AF-4B36-9E0D-244803393F1D}" type="presOf" srcId="{063C5006-9EF2-4620-872B-82CB6F83C295}" destId="{D006C429-9943-44F4-A795-A9DE1A9F7A71}" srcOrd="0" destOrd="0" presId="urn:microsoft.com/office/officeart/2018/2/layout/IconLabelList"/>
    <dgm:cxn modelId="{19208AAA-9909-4F6D-A643-E1A25FF7A71D}" srcId="{7F4BA717-D359-4062-B30F-74323FABB0C0}" destId="{063C5006-9EF2-4620-872B-82CB6F83C295}" srcOrd="0" destOrd="0" parTransId="{469D3976-4B03-401B-9CD4-99BAF3BCE417}" sibTransId="{9D7D0729-D317-4E60-BD6E-A1CDE52E5C42}"/>
    <dgm:cxn modelId="{E25D94E5-AD83-4464-A11E-6E17E7654CA9}" type="presOf" srcId="{C8E3260B-6613-4506-8DD7-F95420B5BDEE}" destId="{D3A388C3-10BB-4A0E-938D-684D60639D77}" srcOrd="0" destOrd="0" presId="urn:microsoft.com/office/officeart/2018/2/layout/IconLabelList"/>
    <dgm:cxn modelId="{30E682F6-CBBB-4425-839B-D0D97E338234}" type="presParOf" srcId="{95893DBC-5488-4B54-A347-71DC62A37394}" destId="{6C039470-3DE9-4C93-9DAA-D135DA532924}" srcOrd="0" destOrd="0" presId="urn:microsoft.com/office/officeart/2018/2/layout/IconLabelList"/>
    <dgm:cxn modelId="{FBFF6A9D-F2E2-405E-81F0-35F7C91FE8EC}" type="presParOf" srcId="{6C039470-3DE9-4C93-9DAA-D135DA532924}" destId="{576172BF-8575-4746-BF66-076C8F4E6DF7}" srcOrd="0" destOrd="0" presId="urn:microsoft.com/office/officeart/2018/2/layout/IconLabelList"/>
    <dgm:cxn modelId="{36630EFD-02D2-4DD7-A763-2CEDCF0E97B3}" type="presParOf" srcId="{6C039470-3DE9-4C93-9DAA-D135DA532924}" destId="{F22EBECB-E327-4B51-BC1C-EAF640BE64BF}" srcOrd="1" destOrd="0" presId="urn:microsoft.com/office/officeart/2018/2/layout/IconLabelList"/>
    <dgm:cxn modelId="{2A39EB9A-217A-4BEA-AE44-97A2E1166BAA}" type="presParOf" srcId="{6C039470-3DE9-4C93-9DAA-D135DA532924}" destId="{D006C429-9943-44F4-A795-A9DE1A9F7A71}" srcOrd="2" destOrd="0" presId="urn:microsoft.com/office/officeart/2018/2/layout/IconLabelList"/>
    <dgm:cxn modelId="{55F7FC18-9BE2-4658-8702-003D10EDD216}" type="presParOf" srcId="{95893DBC-5488-4B54-A347-71DC62A37394}" destId="{D4355A12-8F05-4FAA-8669-2FD6EEC82B61}" srcOrd="1" destOrd="0" presId="urn:microsoft.com/office/officeart/2018/2/layout/IconLabelList"/>
    <dgm:cxn modelId="{FFF7C8A6-F647-4954-9121-70AA6E41E777}" type="presParOf" srcId="{95893DBC-5488-4B54-A347-71DC62A37394}" destId="{2931536C-6E4E-4B2A-BD99-889AD87E5772}" srcOrd="2" destOrd="0" presId="urn:microsoft.com/office/officeart/2018/2/layout/IconLabelList"/>
    <dgm:cxn modelId="{88BFB99D-BA0C-4BC3-8FD1-22546A43EF88}" type="presParOf" srcId="{2931536C-6E4E-4B2A-BD99-889AD87E5772}" destId="{5DF4C938-AB03-4DD6-80A9-0A3F5A233184}" srcOrd="0" destOrd="0" presId="urn:microsoft.com/office/officeart/2018/2/layout/IconLabelList"/>
    <dgm:cxn modelId="{FE72C94C-A103-4BEA-A370-8761A19EEE3C}" type="presParOf" srcId="{2931536C-6E4E-4B2A-BD99-889AD87E5772}" destId="{849950C7-5739-4D26-90CA-AEDFD5062881}" srcOrd="1" destOrd="0" presId="urn:microsoft.com/office/officeart/2018/2/layout/IconLabelList"/>
    <dgm:cxn modelId="{6CB50D43-74AC-47F3-882A-CBCC078189BA}" type="presParOf" srcId="{2931536C-6E4E-4B2A-BD99-889AD87E5772}" destId="{D3A388C3-10BB-4A0E-938D-684D60639D77}" srcOrd="2" destOrd="0" presId="urn:microsoft.com/office/officeart/2018/2/layout/IconLabelList"/>
    <dgm:cxn modelId="{0172E362-8CF8-4C33-90B3-80253960EA4B}" type="presParOf" srcId="{95893DBC-5488-4B54-A347-71DC62A37394}" destId="{918496C8-06FD-4C0F-A60A-29E1C98B3674}" srcOrd="3" destOrd="0" presId="urn:microsoft.com/office/officeart/2018/2/layout/IconLabelList"/>
    <dgm:cxn modelId="{6B038B67-2B14-4547-9983-C95D26190F5A}" type="presParOf" srcId="{95893DBC-5488-4B54-A347-71DC62A37394}" destId="{3A54D800-CB31-4697-992D-6CAD3E2B4BF5}" srcOrd="4" destOrd="0" presId="urn:microsoft.com/office/officeart/2018/2/layout/IconLabelList"/>
    <dgm:cxn modelId="{22486348-1EBD-4CEF-A48A-257D95E3F4A9}" type="presParOf" srcId="{3A54D800-CB31-4697-992D-6CAD3E2B4BF5}" destId="{A3541D78-93B4-4B1F-8F39-95B2D247180B}" srcOrd="0" destOrd="0" presId="urn:microsoft.com/office/officeart/2018/2/layout/IconLabelList"/>
    <dgm:cxn modelId="{501C8B6B-D8F7-48A3-B44A-1C819A9DE768}" type="presParOf" srcId="{3A54D800-CB31-4697-992D-6CAD3E2B4BF5}" destId="{B4EEF890-108A-4A8C-9F52-C95D4941E9A6}" srcOrd="1" destOrd="0" presId="urn:microsoft.com/office/officeart/2018/2/layout/IconLabelList"/>
    <dgm:cxn modelId="{CB02311B-B394-41A6-990A-1D05C5F341C6}" type="presParOf" srcId="{3A54D800-CB31-4697-992D-6CAD3E2B4BF5}" destId="{797FF271-F796-41A9-B5D8-5E53E2CE4547}" srcOrd="2" destOrd="0" presId="urn:microsoft.com/office/officeart/2018/2/layout/IconLabelList"/>
    <dgm:cxn modelId="{58C04729-0040-48C3-8347-51ABB3F79D91}" type="presParOf" srcId="{95893DBC-5488-4B54-A347-71DC62A37394}" destId="{FD62AAF4-2E46-411E-99B4-D1804BEBCB4C}" srcOrd="5" destOrd="0" presId="urn:microsoft.com/office/officeart/2018/2/layout/IconLabelList"/>
    <dgm:cxn modelId="{4C1CD379-2732-4523-8FF1-D9E887FD8A73}" type="presParOf" srcId="{95893DBC-5488-4B54-A347-71DC62A37394}" destId="{D609DA5A-39DE-43AD-9881-C86A2BAB9CB4}" srcOrd="6" destOrd="0" presId="urn:microsoft.com/office/officeart/2018/2/layout/IconLabelList"/>
    <dgm:cxn modelId="{712A57B9-F2EA-4D20-A2DB-BD110F7A0C84}" type="presParOf" srcId="{D609DA5A-39DE-43AD-9881-C86A2BAB9CB4}" destId="{C727F6FC-9D8C-444E-8F3B-6C15E074A8C1}" srcOrd="0" destOrd="0" presId="urn:microsoft.com/office/officeart/2018/2/layout/IconLabelList"/>
    <dgm:cxn modelId="{8D7D3E18-7700-4B56-AEFB-908DAD1C4949}" type="presParOf" srcId="{D609DA5A-39DE-43AD-9881-C86A2BAB9CB4}" destId="{83259F1D-BA7A-4A7B-A565-3A01BDE26249}" srcOrd="1" destOrd="0" presId="urn:microsoft.com/office/officeart/2018/2/layout/IconLabelList"/>
    <dgm:cxn modelId="{C3DED803-33DF-437C-8A7C-FD2E265A6610}" type="presParOf" srcId="{D609DA5A-39DE-43AD-9881-C86A2BAB9CB4}" destId="{CA89B1C6-E147-44C1-8453-A0881FA1C1D6}" srcOrd="2" destOrd="0" presId="urn:microsoft.com/office/officeart/2018/2/layout/IconLabelList"/>
    <dgm:cxn modelId="{97739F31-2FF9-4FD5-BCEB-A40004C7686C}" type="presParOf" srcId="{95893DBC-5488-4B54-A347-71DC62A37394}" destId="{5D82D974-C732-4C35-99CF-E6BA2A940C5A}" srcOrd="7" destOrd="0" presId="urn:microsoft.com/office/officeart/2018/2/layout/IconLabelList"/>
    <dgm:cxn modelId="{6DC71E6A-EE1E-49A5-ADD5-423B0A1B6629}" type="presParOf" srcId="{95893DBC-5488-4B54-A347-71DC62A37394}" destId="{0D5990B9-D0C8-475A-9BCB-DBA3F2A2AA26}" srcOrd="8" destOrd="0" presId="urn:microsoft.com/office/officeart/2018/2/layout/IconLabelList"/>
    <dgm:cxn modelId="{2A4E6F7F-F8D7-4459-9133-C24957129648}" type="presParOf" srcId="{0D5990B9-D0C8-475A-9BCB-DBA3F2A2AA26}" destId="{BB94FB69-823F-4554-8A8B-9B50C34E3D35}" srcOrd="0" destOrd="0" presId="urn:microsoft.com/office/officeart/2018/2/layout/IconLabelList"/>
    <dgm:cxn modelId="{F2720FEA-6DFF-4E3B-B7DA-B328552DA5BE}" type="presParOf" srcId="{0D5990B9-D0C8-475A-9BCB-DBA3F2A2AA26}" destId="{6DC3D7DF-0A4E-4032-9D03-51A070C0699F}" srcOrd="1" destOrd="0" presId="urn:microsoft.com/office/officeart/2018/2/layout/IconLabelList"/>
    <dgm:cxn modelId="{6470C907-60DB-4327-9FC5-29DBF1AD9B12}" type="presParOf" srcId="{0D5990B9-D0C8-475A-9BCB-DBA3F2A2AA26}" destId="{7FB492C4-567E-48E3-B075-16675E09A6A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B6D153-05B9-45B0-8177-A0673E007AE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7BC31A-E28E-45EF-9F25-461361EA88ED}">
      <dgm:prSet/>
      <dgm:spPr/>
      <dgm:t>
        <a:bodyPr/>
        <a:lstStyle/>
        <a:p>
          <a:r>
            <a:rPr lang="it-IT"/>
            <a:t>I dati grezzi non sono uniformi e potrebbero essere nulli in alcuni campi</a:t>
          </a:r>
          <a:endParaRPr lang="en-US"/>
        </a:p>
      </dgm:t>
    </dgm:pt>
    <dgm:pt modelId="{8205B654-CFD3-4BF1-8B88-2EF4D4C10C99}" type="parTrans" cxnId="{DFFB679A-FA35-4C05-81A0-9B8871BA8330}">
      <dgm:prSet/>
      <dgm:spPr/>
      <dgm:t>
        <a:bodyPr/>
        <a:lstStyle/>
        <a:p>
          <a:endParaRPr lang="en-US"/>
        </a:p>
      </dgm:t>
    </dgm:pt>
    <dgm:pt modelId="{BE88FE63-0F1D-497B-9CBB-6D8C904484B8}" type="sibTrans" cxnId="{DFFB679A-FA35-4C05-81A0-9B8871BA8330}">
      <dgm:prSet/>
      <dgm:spPr/>
      <dgm:t>
        <a:bodyPr/>
        <a:lstStyle/>
        <a:p>
          <a:endParaRPr lang="en-US"/>
        </a:p>
      </dgm:t>
    </dgm:pt>
    <dgm:pt modelId="{8DCCF64F-6726-4060-ACFE-89050D058467}">
      <dgm:prSet/>
      <dgm:spPr/>
      <dgm:t>
        <a:bodyPr/>
        <a:lstStyle/>
        <a:p>
          <a:r>
            <a:rPr lang="it-IT"/>
            <a:t>I dati grezzi provengono da formati diversi (.JSON e .csv)</a:t>
          </a:r>
          <a:endParaRPr lang="en-US"/>
        </a:p>
      </dgm:t>
    </dgm:pt>
    <dgm:pt modelId="{40C1B03F-17FE-40B6-8DB9-2336C3E660C9}" type="parTrans" cxnId="{B3136625-65BE-4C6D-A60D-7F4DC39E8251}">
      <dgm:prSet/>
      <dgm:spPr/>
      <dgm:t>
        <a:bodyPr/>
        <a:lstStyle/>
        <a:p>
          <a:endParaRPr lang="en-US"/>
        </a:p>
      </dgm:t>
    </dgm:pt>
    <dgm:pt modelId="{85A6990D-28F2-42DE-8097-6076960EBE27}" type="sibTrans" cxnId="{B3136625-65BE-4C6D-A60D-7F4DC39E8251}">
      <dgm:prSet/>
      <dgm:spPr/>
      <dgm:t>
        <a:bodyPr/>
        <a:lstStyle/>
        <a:p>
          <a:endParaRPr lang="en-US"/>
        </a:p>
      </dgm:t>
    </dgm:pt>
    <dgm:pt modelId="{DAA41E5A-C404-4C73-AB92-725491DC2955}">
      <dgm:prSet/>
      <dgm:spPr/>
      <dgm:t>
        <a:bodyPr/>
        <a:lstStyle/>
        <a:p>
          <a:r>
            <a:rPr lang="it-IT"/>
            <a:t>Abbiamo dovuto creare vettori e strutture annidate</a:t>
          </a:r>
          <a:endParaRPr lang="en-US"/>
        </a:p>
      </dgm:t>
    </dgm:pt>
    <dgm:pt modelId="{A0103FD8-31B9-40B4-B053-59B2716FCA09}" type="parTrans" cxnId="{85235E3F-0A98-4059-9E35-903615A9B7B3}">
      <dgm:prSet/>
      <dgm:spPr/>
      <dgm:t>
        <a:bodyPr/>
        <a:lstStyle/>
        <a:p>
          <a:endParaRPr lang="en-US"/>
        </a:p>
      </dgm:t>
    </dgm:pt>
    <dgm:pt modelId="{FDFE3397-B785-443B-A88A-08DE0B8B43D5}" type="sibTrans" cxnId="{85235E3F-0A98-4059-9E35-903615A9B7B3}">
      <dgm:prSet/>
      <dgm:spPr/>
      <dgm:t>
        <a:bodyPr/>
        <a:lstStyle/>
        <a:p>
          <a:endParaRPr lang="en-US"/>
        </a:p>
      </dgm:t>
    </dgm:pt>
    <dgm:pt modelId="{1CD23343-FD95-41BE-98BA-513205CFD08F}">
      <dgm:prSet/>
      <dgm:spPr/>
      <dgm:t>
        <a:bodyPr/>
        <a:lstStyle/>
        <a:p>
          <a:r>
            <a:rPr lang="it-IT"/>
            <a:t>Quantità elevata di file (16 mila JSON)</a:t>
          </a:r>
          <a:endParaRPr lang="en-US"/>
        </a:p>
      </dgm:t>
    </dgm:pt>
    <dgm:pt modelId="{198E28BD-0ACA-4DCE-B9FA-DC31CFBDA06F}" type="parTrans" cxnId="{D842DA5B-A264-4E3C-B31B-8B0678A4FC54}">
      <dgm:prSet/>
      <dgm:spPr/>
      <dgm:t>
        <a:bodyPr/>
        <a:lstStyle/>
        <a:p>
          <a:endParaRPr lang="en-US"/>
        </a:p>
      </dgm:t>
    </dgm:pt>
    <dgm:pt modelId="{B77672A0-E9F2-474C-AB3E-786C34721743}" type="sibTrans" cxnId="{D842DA5B-A264-4E3C-B31B-8B0678A4FC54}">
      <dgm:prSet/>
      <dgm:spPr/>
      <dgm:t>
        <a:bodyPr/>
        <a:lstStyle/>
        <a:p>
          <a:endParaRPr lang="en-US"/>
        </a:p>
      </dgm:t>
    </dgm:pt>
    <dgm:pt modelId="{DFB6CCA8-C293-4CA9-B69E-48CB1F82577D}">
      <dgm:prSet/>
      <dgm:spPr/>
      <dgm:t>
        <a:bodyPr/>
        <a:lstStyle/>
        <a:p>
          <a:r>
            <a:rPr lang="it-IT"/>
            <a:t>Di conseguenza difficile che il nodo principale (Driver) di Glue processi 16 mila chiamate</a:t>
          </a:r>
          <a:endParaRPr lang="en-US"/>
        </a:p>
      </dgm:t>
    </dgm:pt>
    <dgm:pt modelId="{A9185F9D-0853-4D6D-865B-D4791CE4ED9E}" type="parTrans" cxnId="{726B9AD2-7C9E-48AC-A188-78B736E55DAD}">
      <dgm:prSet/>
      <dgm:spPr/>
      <dgm:t>
        <a:bodyPr/>
        <a:lstStyle/>
        <a:p>
          <a:endParaRPr lang="en-US"/>
        </a:p>
      </dgm:t>
    </dgm:pt>
    <dgm:pt modelId="{21432358-E949-44B8-BFE8-B28B0F24B11E}" type="sibTrans" cxnId="{726B9AD2-7C9E-48AC-A188-78B736E55DAD}">
      <dgm:prSet/>
      <dgm:spPr/>
      <dgm:t>
        <a:bodyPr/>
        <a:lstStyle/>
        <a:p>
          <a:endParaRPr lang="en-US"/>
        </a:p>
      </dgm:t>
    </dgm:pt>
    <dgm:pt modelId="{4092CAA9-8CF0-4EE5-8331-C15A7A3CB772}">
      <dgm:prSet/>
      <dgm:spPr/>
      <dgm:t>
        <a:bodyPr/>
        <a:lstStyle/>
        <a:p>
          <a:r>
            <a:rPr lang="it-IT"/>
            <a:t>Soluzione: tecnica foreachPartition: divide i 16 mila record in pacchetti e li invia ai vari Worker del cluster Glue </a:t>
          </a:r>
          <a:r>
            <a:rPr lang="it-IT">
              <a:sym typeface="Wingdings" panose="05000000000000000000" pitchFamily="2" charset="2"/>
            </a:rPr>
            <a:t></a:t>
          </a:r>
          <a:r>
            <a:rPr lang="it-IT"/>
            <a:t> lettura e scrittura avvengono in parallelo</a:t>
          </a:r>
          <a:endParaRPr lang="en-US"/>
        </a:p>
      </dgm:t>
    </dgm:pt>
    <dgm:pt modelId="{DF1BA79F-755A-4207-AB64-665912C0143C}" type="parTrans" cxnId="{199A73D2-9055-4A84-98F5-275BFD257D88}">
      <dgm:prSet/>
      <dgm:spPr/>
      <dgm:t>
        <a:bodyPr/>
        <a:lstStyle/>
        <a:p>
          <a:endParaRPr lang="en-US"/>
        </a:p>
      </dgm:t>
    </dgm:pt>
    <dgm:pt modelId="{B27775EB-001E-4412-B2EB-285964F43318}" type="sibTrans" cxnId="{199A73D2-9055-4A84-98F5-275BFD257D88}">
      <dgm:prSet/>
      <dgm:spPr/>
      <dgm:t>
        <a:bodyPr/>
        <a:lstStyle/>
        <a:p>
          <a:endParaRPr lang="en-US"/>
        </a:p>
      </dgm:t>
    </dgm:pt>
    <dgm:pt modelId="{1283D7F6-7B09-46BA-B926-39552F7DC8A4}" type="pres">
      <dgm:prSet presAssocID="{75B6D153-05B9-45B0-8177-A0673E007AE8}" presName="Name0" presStyleCnt="0">
        <dgm:presLayoutVars>
          <dgm:dir/>
          <dgm:resizeHandles val="exact"/>
        </dgm:presLayoutVars>
      </dgm:prSet>
      <dgm:spPr/>
    </dgm:pt>
    <dgm:pt modelId="{DBE66035-F6D4-452D-98A9-71BAE1C7573C}" type="pres">
      <dgm:prSet presAssocID="{E67BC31A-E28E-45EF-9F25-461361EA88ED}" presName="node" presStyleLbl="node1" presStyleIdx="0" presStyleCnt="6">
        <dgm:presLayoutVars>
          <dgm:bulletEnabled val="1"/>
        </dgm:presLayoutVars>
      </dgm:prSet>
      <dgm:spPr/>
    </dgm:pt>
    <dgm:pt modelId="{8C72086A-2A40-4434-92B4-600465F6472F}" type="pres">
      <dgm:prSet presAssocID="{BE88FE63-0F1D-497B-9CBB-6D8C904484B8}" presName="sibTrans" presStyleLbl="sibTrans1D1" presStyleIdx="0" presStyleCnt="5"/>
      <dgm:spPr/>
    </dgm:pt>
    <dgm:pt modelId="{BE1AF1B7-DD1D-4367-8EB1-5F15998D3668}" type="pres">
      <dgm:prSet presAssocID="{BE88FE63-0F1D-497B-9CBB-6D8C904484B8}" presName="connectorText" presStyleLbl="sibTrans1D1" presStyleIdx="0" presStyleCnt="5"/>
      <dgm:spPr/>
    </dgm:pt>
    <dgm:pt modelId="{FAF58AFD-74CE-4B07-A9AB-BEB6E805FE09}" type="pres">
      <dgm:prSet presAssocID="{8DCCF64F-6726-4060-ACFE-89050D058467}" presName="node" presStyleLbl="node1" presStyleIdx="1" presStyleCnt="6">
        <dgm:presLayoutVars>
          <dgm:bulletEnabled val="1"/>
        </dgm:presLayoutVars>
      </dgm:prSet>
      <dgm:spPr/>
    </dgm:pt>
    <dgm:pt modelId="{BB95694D-69B6-4D2F-810D-8995DF2B502D}" type="pres">
      <dgm:prSet presAssocID="{85A6990D-28F2-42DE-8097-6076960EBE27}" presName="sibTrans" presStyleLbl="sibTrans1D1" presStyleIdx="1" presStyleCnt="5"/>
      <dgm:spPr/>
    </dgm:pt>
    <dgm:pt modelId="{88ADBF86-711D-4A6E-B9A4-33B278158F8B}" type="pres">
      <dgm:prSet presAssocID="{85A6990D-28F2-42DE-8097-6076960EBE27}" presName="connectorText" presStyleLbl="sibTrans1D1" presStyleIdx="1" presStyleCnt="5"/>
      <dgm:spPr/>
    </dgm:pt>
    <dgm:pt modelId="{F62A9C97-329C-4DD6-92D3-065BEB42B4D9}" type="pres">
      <dgm:prSet presAssocID="{DAA41E5A-C404-4C73-AB92-725491DC2955}" presName="node" presStyleLbl="node1" presStyleIdx="2" presStyleCnt="6">
        <dgm:presLayoutVars>
          <dgm:bulletEnabled val="1"/>
        </dgm:presLayoutVars>
      </dgm:prSet>
      <dgm:spPr/>
    </dgm:pt>
    <dgm:pt modelId="{68471D0E-59FC-44DB-8A1C-AEE5262E5F28}" type="pres">
      <dgm:prSet presAssocID="{FDFE3397-B785-443B-A88A-08DE0B8B43D5}" presName="sibTrans" presStyleLbl="sibTrans1D1" presStyleIdx="2" presStyleCnt="5"/>
      <dgm:spPr/>
    </dgm:pt>
    <dgm:pt modelId="{76729C95-94AC-4B85-9109-3C982A168D54}" type="pres">
      <dgm:prSet presAssocID="{FDFE3397-B785-443B-A88A-08DE0B8B43D5}" presName="connectorText" presStyleLbl="sibTrans1D1" presStyleIdx="2" presStyleCnt="5"/>
      <dgm:spPr/>
    </dgm:pt>
    <dgm:pt modelId="{D6ADC94C-657B-4CA1-992E-1F5A15A1BEF2}" type="pres">
      <dgm:prSet presAssocID="{1CD23343-FD95-41BE-98BA-513205CFD08F}" presName="node" presStyleLbl="node1" presStyleIdx="3" presStyleCnt="6">
        <dgm:presLayoutVars>
          <dgm:bulletEnabled val="1"/>
        </dgm:presLayoutVars>
      </dgm:prSet>
      <dgm:spPr/>
    </dgm:pt>
    <dgm:pt modelId="{0B31F109-DEE5-47DA-90C0-198EF4D3C0B7}" type="pres">
      <dgm:prSet presAssocID="{B77672A0-E9F2-474C-AB3E-786C34721743}" presName="sibTrans" presStyleLbl="sibTrans1D1" presStyleIdx="3" presStyleCnt="5"/>
      <dgm:spPr/>
    </dgm:pt>
    <dgm:pt modelId="{80CA3514-66B7-45A5-BEAB-4DB6FE7B0CF3}" type="pres">
      <dgm:prSet presAssocID="{B77672A0-E9F2-474C-AB3E-786C34721743}" presName="connectorText" presStyleLbl="sibTrans1D1" presStyleIdx="3" presStyleCnt="5"/>
      <dgm:spPr/>
    </dgm:pt>
    <dgm:pt modelId="{BFD409F5-EACF-40A4-9BBA-0C8F641F40A5}" type="pres">
      <dgm:prSet presAssocID="{DFB6CCA8-C293-4CA9-B69E-48CB1F82577D}" presName="node" presStyleLbl="node1" presStyleIdx="4" presStyleCnt="6">
        <dgm:presLayoutVars>
          <dgm:bulletEnabled val="1"/>
        </dgm:presLayoutVars>
      </dgm:prSet>
      <dgm:spPr/>
    </dgm:pt>
    <dgm:pt modelId="{7FC5DB1B-5E0A-4578-A7A1-6E2EA3373510}" type="pres">
      <dgm:prSet presAssocID="{21432358-E949-44B8-BFE8-B28B0F24B11E}" presName="sibTrans" presStyleLbl="sibTrans1D1" presStyleIdx="4" presStyleCnt="5"/>
      <dgm:spPr/>
    </dgm:pt>
    <dgm:pt modelId="{65580959-93B1-42A1-8B44-A81A73EF6FF2}" type="pres">
      <dgm:prSet presAssocID="{21432358-E949-44B8-BFE8-B28B0F24B11E}" presName="connectorText" presStyleLbl="sibTrans1D1" presStyleIdx="4" presStyleCnt="5"/>
      <dgm:spPr/>
    </dgm:pt>
    <dgm:pt modelId="{BB616943-8F40-433D-8DB0-97BC5F4C8E07}" type="pres">
      <dgm:prSet presAssocID="{4092CAA9-8CF0-4EE5-8331-C15A7A3CB772}" presName="node" presStyleLbl="node1" presStyleIdx="5" presStyleCnt="6">
        <dgm:presLayoutVars>
          <dgm:bulletEnabled val="1"/>
        </dgm:presLayoutVars>
      </dgm:prSet>
      <dgm:spPr/>
    </dgm:pt>
  </dgm:ptLst>
  <dgm:cxnLst>
    <dgm:cxn modelId="{E955F702-4637-4A31-96DA-A4E8D95AE51C}" type="presOf" srcId="{BE88FE63-0F1D-497B-9CBB-6D8C904484B8}" destId="{BE1AF1B7-DD1D-4367-8EB1-5F15998D3668}" srcOrd="1" destOrd="0" presId="urn:microsoft.com/office/officeart/2016/7/layout/RepeatingBendingProcessNew"/>
    <dgm:cxn modelId="{7D64981E-A4DC-410C-B553-A6781CAB0738}" type="presOf" srcId="{8DCCF64F-6726-4060-ACFE-89050D058467}" destId="{FAF58AFD-74CE-4B07-A9AB-BEB6E805FE09}" srcOrd="0" destOrd="0" presId="urn:microsoft.com/office/officeart/2016/7/layout/RepeatingBendingProcessNew"/>
    <dgm:cxn modelId="{B3136625-65BE-4C6D-A60D-7F4DC39E8251}" srcId="{75B6D153-05B9-45B0-8177-A0673E007AE8}" destId="{8DCCF64F-6726-4060-ACFE-89050D058467}" srcOrd="1" destOrd="0" parTransId="{40C1B03F-17FE-40B6-8DB9-2336C3E660C9}" sibTransId="{85A6990D-28F2-42DE-8097-6076960EBE27}"/>
    <dgm:cxn modelId="{2ED5A326-75DB-4EAB-8183-8175FB570D3F}" type="presOf" srcId="{4092CAA9-8CF0-4EE5-8331-C15A7A3CB772}" destId="{BB616943-8F40-433D-8DB0-97BC5F4C8E07}" srcOrd="0" destOrd="0" presId="urn:microsoft.com/office/officeart/2016/7/layout/RepeatingBendingProcessNew"/>
    <dgm:cxn modelId="{4CA0F32A-9B48-4E94-BF2C-59C364497260}" type="presOf" srcId="{21432358-E949-44B8-BFE8-B28B0F24B11E}" destId="{7FC5DB1B-5E0A-4578-A7A1-6E2EA3373510}" srcOrd="0" destOrd="0" presId="urn:microsoft.com/office/officeart/2016/7/layout/RepeatingBendingProcessNew"/>
    <dgm:cxn modelId="{56E3E334-803B-4B2E-BD2E-5E46D8D54FDF}" type="presOf" srcId="{FDFE3397-B785-443B-A88A-08DE0B8B43D5}" destId="{76729C95-94AC-4B85-9109-3C982A168D54}" srcOrd="1" destOrd="0" presId="urn:microsoft.com/office/officeart/2016/7/layout/RepeatingBendingProcessNew"/>
    <dgm:cxn modelId="{85235E3F-0A98-4059-9E35-903615A9B7B3}" srcId="{75B6D153-05B9-45B0-8177-A0673E007AE8}" destId="{DAA41E5A-C404-4C73-AB92-725491DC2955}" srcOrd="2" destOrd="0" parTransId="{A0103FD8-31B9-40B4-B053-59B2716FCA09}" sibTransId="{FDFE3397-B785-443B-A88A-08DE0B8B43D5}"/>
    <dgm:cxn modelId="{D842DA5B-A264-4E3C-B31B-8B0678A4FC54}" srcId="{75B6D153-05B9-45B0-8177-A0673E007AE8}" destId="{1CD23343-FD95-41BE-98BA-513205CFD08F}" srcOrd="3" destOrd="0" parTransId="{198E28BD-0ACA-4DCE-B9FA-DC31CFBDA06F}" sibTransId="{B77672A0-E9F2-474C-AB3E-786C34721743}"/>
    <dgm:cxn modelId="{6791DD62-A185-4137-9493-63DA17C9284D}" type="presOf" srcId="{B77672A0-E9F2-474C-AB3E-786C34721743}" destId="{80CA3514-66B7-45A5-BEAB-4DB6FE7B0CF3}" srcOrd="1" destOrd="0" presId="urn:microsoft.com/office/officeart/2016/7/layout/RepeatingBendingProcessNew"/>
    <dgm:cxn modelId="{05DB9E46-9E25-42A9-A76C-163461054348}" type="presOf" srcId="{BE88FE63-0F1D-497B-9CBB-6D8C904484B8}" destId="{8C72086A-2A40-4434-92B4-600465F6472F}" srcOrd="0" destOrd="0" presId="urn:microsoft.com/office/officeart/2016/7/layout/RepeatingBendingProcessNew"/>
    <dgm:cxn modelId="{B12F936A-B623-49FB-A801-E9AE5E263BA8}" type="presOf" srcId="{21432358-E949-44B8-BFE8-B28B0F24B11E}" destId="{65580959-93B1-42A1-8B44-A81A73EF6FF2}" srcOrd="1" destOrd="0" presId="urn:microsoft.com/office/officeart/2016/7/layout/RepeatingBendingProcessNew"/>
    <dgm:cxn modelId="{80FEE74A-CD3C-4A6F-B2BE-50287005FD30}" type="presOf" srcId="{85A6990D-28F2-42DE-8097-6076960EBE27}" destId="{88ADBF86-711D-4A6E-B9A4-33B278158F8B}" srcOrd="1" destOrd="0" presId="urn:microsoft.com/office/officeart/2016/7/layout/RepeatingBendingProcessNew"/>
    <dgm:cxn modelId="{6820FC4E-519B-4275-925A-1A61342136B0}" type="presOf" srcId="{E67BC31A-E28E-45EF-9F25-461361EA88ED}" destId="{DBE66035-F6D4-452D-98A9-71BAE1C7573C}" srcOrd="0" destOrd="0" presId="urn:microsoft.com/office/officeart/2016/7/layout/RepeatingBendingProcessNew"/>
    <dgm:cxn modelId="{8E38BD8D-E369-468F-83BA-1DFA41625304}" type="presOf" srcId="{85A6990D-28F2-42DE-8097-6076960EBE27}" destId="{BB95694D-69B6-4D2F-810D-8995DF2B502D}" srcOrd="0" destOrd="0" presId="urn:microsoft.com/office/officeart/2016/7/layout/RepeatingBendingProcessNew"/>
    <dgm:cxn modelId="{1BC72995-8E0C-4AAA-AC6A-36B63FEE862B}" type="presOf" srcId="{DFB6CCA8-C293-4CA9-B69E-48CB1F82577D}" destId="{BFD409F5-EACF-40A4-9BBA-0C8F641F40A5}" srcOrd="0" destOrd="0" presId="urn:microsoft.com/office/officeart/2016/7/layout/RepeatingBendingProcessNew"/>
    <dgm:cxn modelId="{DFFB679A-FA35-4C05-81A0-9B8871BA8330}" srcId="{75B6D153-05B9-45B0-8177-A0673E007AE8}" destId="{E67BC31A-E28E-45EF-9F25-461361EA88ED}" srcOrd="0" destOrd="0" parTransId="{8205B654-CFD3-4BF1-8B88-2EF4D4C10C99}" sibTransId="{BE88FE63-0F1D-497B-9CBB-6D8C904484B8}"/>
    <dgm:cxn modelId="{6BFCF0A3-5983-431E-A67B-2D8D2E77A057}" type="presOf" srcId="{75B6D153-05B9-45B0-8177-A0673E007AE8}" destId="{1283D7F6-7B09-46BA-B926-39552F7DC8A4}" srcOrd="0" destOrd="0" presId="urn:microsoft.com/office/officeart/2016/7/layout/RepeatingBendingProcessNew"/>
    <dgm:cxn modelId="{9D8675B3-4C08-442C-87BC-2D5DDBD9ED92}" type="presOf" srcId="{1CD23343-FD95-41BE-98BA-513205CFD08F}" destId="{D6ADC94C-657B-4CA1-992E-1F5A15A1BEF2}" srcOrd="0" destOrd="0" presId="urn:microsoft.com/office/officeart/2016/7/layout/RepeatingBendingProcessNew"/>
    <dgm:cxn modelId="{2903B6B8-C255-4E8B-A690-98E03CF32E60}" type="presOf" srcId="{FDFE3397-B785-443B-A88A-08DE0B8B43D5}" destId="{68471D0E-59FC-44DB-8A1C-AEE5262E5F28}" srcOrd="0" destOrd="0" presId="urn:microsoft.com/office/officeart/2016/7/layout/RepeatingBendingProcessNew"/>
    <dgm:cxn modelId="{8DAFF3C3-BFE3-4152-AF10-1B6A1D2F9D12}" type="presOf" srcId="{B77672A0-E9F2-474C-AB3E-786C34721743}" destId="{0B31F109-DEE5-47DA-90C0-198EF4D3C0B7}" srcOrd="0" destOrd="0" presId="urn:microsoft.com/office/officeart/2016/7/layout/RepeatingBendingProcessNew"/>
    <dgm:cxn modelId="{4283BEC6-389E-47DA-B819-7DF0300F0669}" type="presOf" srcId="{DAA41E5A-C404-4C73-AB92-725491DC2955}" destId="{F62A9C97-329C-4DD6-92D3-065BEB42B4D9}" srcOrd="0" destOrd="0" presId="urn:microsoft.com/office/officeart/2016/7/layout/RepeatingBendingProcessNew"/>
    <dgm:cxn modelId="{199A73D2-9055-4A84-98F5-275BFD257D88}" srcId="{75B6D153-05B9-45B0-8177-A0673E007AE8}" destId="{4092CAA9-8CF0-4EE5-8331-C15A7A3CB772}" srcOrd="5" destOrd="0" parTransId="{DF1BA79F-755A-4207-AB64-665912C0143C}" sibTransId="{B27775EB-001E-4412-B2EB-285964F43318}"/>
    <dgm:cxn modelId="{726B9AD2-7C9E-48AC-A188-78B736E55DAD}" srcId="{75B6D153-05B9-45B0-8177-A0673E007AE8}" destId="{DFB6CCA8-C293-4CA9-B69E-48CB1F82577D}" srcOrd="4" destOrd="0" parTransId="{A9185F9D-0853-4D6D-865B-D4791CE4ED9E}" sibTransId="{21432358-E949-44B8-BFE8-B28B0F24B11E}"/>
    <dgm:cxn modelId="{734C094B-A251-44D1-AB8A-9496A310CC36}" type="presParOf" srcId="{1283D7F6-7B09-46BA-B926-39552F7DC8A4}" destId="{DBE66035-F6D4-452D-98A9-71BAE1C7573C}" srcOrd="0" destOrd="0" presId="urn:microsoft.com/office/officeart/2016/7/layout/RepeatingBendingProcessNew"/>
    <dgm:cxn modelId="{853D3F94-0BC8-4FA3-94B9-FCB39F551A08}" type="presParOf" srcId="{1283D7F6-7B09-46BA-B926-39552F7DC8A4}" destId="{8C72086A-2A40-4434-92B4-600465F6472F}" srcOrd="1" destOrd="0" presId="urn:microsoft.com/office/officeart/2016/7/layout/RepeatingBendingProcessNew"/>
    <dgm:cxn modelId="{71FAC54C-CCF6-4515-976E-85ED196323D3}" type="presParOf" srcId="{8C72086A-2A40-4434-92B4-600465F6472F}" destId="{BE1AF1B7-DD1D-4367-8EB1-5F15998D3668}" srcOrd="0" destOrd="0" presId="urn:microsoft.com/office/officeart/2016/7/layout/RepeatingBendingProcessNew"/>
    <dgm:cxn modelId="{780D9430-1C68-4C00-943A-41B88A4BDC5D}" type="presParOf" srcId="{1283D7F6-7B09-46BA-B926-39552F7DC8A4}" destId="{FAF58AFD-74CE-4B07-A9AB-BEB6E805FE09}" srcOrd="2" destOrd="0" presId="urn:microsoft.com/office/officeart/2016/7/layout/RepeatingBendingProcessNew"/>
    <dgm:cxn modelId="{C2D72D3C-FFEC-4EAB-9764-F7F6BC05B43C}" type="presParOf" srcId="{1283D7F6-7B09-46BA-B926-39552F7DC8A4}" destId="{BB95694D-69B6-4D2F-810D-8995DF2B502D}" srcOrd="3" destOrd="0" presId="urn:microsoft.com/office/officeart/2016/7/layout/RepeatingBendingProcessNew"/>
    <dgm:cxn modelId="{D05B97DD-EF1E-4321-A0F0-D32CEBEAA2BB}" type="presParOf" srcId="{BB95694D-69B6-4D2F-810D-8995DF2B502D}" destId="{88ADBF86-711D-4A6E-B9A4-33B278158F8B}" srcOrd="0" destOrd="0" presId="urn:microsoft.com/office/officeart/2016/7/layout/RepeatingBendingProcessNew"/>
    <dgm:cxn modelId="{C453C495-E3DC-4240-9C8D-F4F7C979A00D}" type="presParOf" srcId="{1283D7F6-7B09-46BA-B926-39552F7DC8A4}" destId="{F62A9C97-329C-4DD6-92D3-065BEB42B4D9}" srcOrd="4" destOrd="0" presId="urn:microsoft.com/office/officeart/2016/7/layout/RepeatingBendingProcessNew"/>
    <dgm:cxn modelId="{41D8C7D6-9A3E-4D5A-9B5A-E61A0EB94CA2}" type="presParOf" srcId="{1283D7F6-7B09-46BA-B926-39552F7DC8A4}" destId="{68471D0E-59FC-44DB-8A1C-AEE5262E5F28}" srcOrd="5" destOrd="0" presId="urn:microsoft.com/office/officeart/2016/7/layout/RepeatingBendingProcessNew"/>
    <dgm:cxn modelId="{68B61771-4B99-4A3A-80F1-1FDEB60605C0}" type="presParOf" srcId="{68471D0E-59FC-44DB-8A1C-AEE5262E5F28}" destId="{76729C95-94AC-4B85-9109-3C982A168D54}" srcOrd="0" destOrd="0" presId="urn:microsoft.com/office/officeart/2016/7/layout/RepeatingBendingProcessNew"/>
    <dgm:cxn modelId="{424885ED-F0D8-4C70-A149-DC64306FFBD2}" type="presParOf" srcId="{1283D7F6-7B09-46BA-B926-39552F7DC8A4}" destId="{D6ADC94C-657B-4CA1-992E-1F5A15A1BEF2}" srcOrd="6" destOrd="0" presId="urn:microsoft.com/office/officeart/2016/7/layout/RepeatingBendingProcessNew"/>
    <dgm:cxn modelId="{980A1C74-F742-4F15-8C7A-3633CCFA383D}" type="presParOf" srcId="{1283D7F6-7B09-46BA-B926-39552F7DC8A4}" destId="{0B31F109-DEE5-47DA-90C0-198EF4D3C0B7}" srcOrd="7" destOrd="0" presId="urn:microsoft.com/office/officeart/2016/7/layout/RepeatingBendingProcessNew"/>
    <dgm:cxn modelId="{75D4E866-180A-4659-927A-066A6EAA9272}" type="presParOf" srcId="{0B31F109-DEE5-47DA-90C0-198EF4D3C0B7}" destId="{80CA3514-66B7-45A5-BEAB-4DB6FE7B0CF3}" srcOrd="0" destOrd="0" presId="urn:microsoft.com/office/officeart/2016/7/layout/RepeatingBendingProcessNew"/>
    <dgm:cxn modelId="{49B153FD-E8F6-4526-AFDA-0A4CA4A8D3CB}" type="presParOf" srcId="{1283D7F6-7B09-46BA-B926-39552F7DC8A4}" destId="{BFD409F5-EACF-40A4-9BBA-0C8F641F40A5}" srcOrd="8" destOrd="0" presId="urn:microsoft.com/office/officeart/2016/7/layout/RepeatingBendingProcessNew"/>
    <dgm:cxn modelId="{AD118FA1-FE4E-4BC0-A203-8283DB1EB7E9}" type="presParOf" srcId="{1283D7F6-7B09-46BA-B926-39552F7DC8A4}" destId="{7FC5DB1B-5E0A-4578-A7A1-6E2EA3373510}" srcOrd="9" destOrd="0" presId="urn:microsoft.com/office/officeart/2016/7/layout/RepeatingBendingProcessNew"/>
    <dgm:cxn modelId="{D04E7F86-A8BE-4200-9383-063C1470EFEF}" type="presParOf" srcId="{7FC5DB1B-5E0A-4578-A7A1-6E2EA3373510}" destId="{65580959-93B1-42A1-8B44-A81A73EF6FF2}" srcOrd="0" destOrd="0" presId="urn:microsoft.com/office/officeart/2016/7/layout/RepeatingBendingProcessNew"/>
    <dgm:cxn modelId="{2067FD9C-F8A0-494F-9ACB-E9C42430053B}" type="presParOf" srcId="{1283D7F6-7B09-46BA-B926-39552F7DC8A4}" destId="{BB616943-8F40-433D-8DB0-97BC5F4C8E0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A9C69A-9E30-4CE7-9BC5-035779C36E4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3D2BFDB-A354-4961-8A6A-51F252057983}">
      <dgm:prSet/>
      <dgm:spPr/>
      <dgm:t>
        <a:bodyPr/>
        <a:lstStyle/>
        <a:p>
          <a:r>
            <a:rPr lang="it-IT"/>
            <a:t>PYSPARK:</a:t>
          </a:r>
          <a:endParaRPr lang="en-US"/>
        </a:p>
      </dgm:t>
    </dgm:pt>
    <dgm:pt modelId="{033E9B86-4474-4599-A32D-327FB924E55F}" type="parTrans" cxnId="{60005AFB-1F3B-4AF1-B766-B07CEE758098}">
      <dgm:prSet/>
      <dgm:spPr/>
      <dgm:t>
        <a:bodyPr/>
        <a:lstStyle/>
        <a:p>
          <a:endParaRPr lang="en-US"/>
        </a:p>
      </dgm:t>
    </dgm:pt>
    <dgm:pt modelId="{2BF06EAE-2B8E-4044-9F3E-2E7EE9F0C537}" type="sibTrans" cxnId="{60005AFB-1F3B-4AF1-B766-B07CEE758098}">
      <dgm:prSet/>
      <dgm:spPr/>
      <dgm:t>
        <a:bodyPr/>
        <a:lstStyle/>
        <a:p>
          <a:endParaRPr lang="en-US"/>
        </a:p>
      </dgm:t>
    </dgm:pt>
    <dgm:pt modelId="{0627D4F3-87F2-4101-8E26-EC2AA879A622}">
      <dgm:prSet/>
      <dgm:spPr/>
      <dgm:t>
        <a:bodyPr/>
        <a:lstStyle/>
        <a:p>
          <a:r>
            <a:rPr lang="it-IT" dirty="0"/>
            <a:t>Verifica e validazione schema JSON finale</a:t>
          </a:r>
          <a:endParaRPr lang="en-US" dirty="0"/>
        </a:p>
      </dgm:t>
    </dgm:pt>
    <dgm:pt modelId="{9AD61C24-3B58-49B3-A698-A8800B4229BA}" type="parTrans" cxnId="{EB281684-3282-4039-9696-7A6BA2A3C636}">
      <dgm:prSet/>
      <dgm:spPr/>
      <dgm:t>
        <a:bodyPr/>
        <a:lstStyle/>
        <a:p>
          <a:endParaRPr lang="en-US"/>
        </a:p>
      </dgm:t>
    </dgm:pt>
    <dgm:pt modelId="{366D9D7B-4BAC-4084-8947-51C7314C7E06}" type="sibTrans" cxnId="{EB281684-3282-4039-9696-7A6BA2A3C636}">
      <dgm:prSet/>
      <dgm:spPr/>
      <dgm:t>
        <a:bodyPr/>
        <a:lstStyle/>
        <a:p>
          <a:endParaRPr lang="en-US"/>
        </a:p>
      </dgm:t>
    </dgm:pt>
    <dgm:pt modelId="{4171392D-0A08-4A93-989A-6CC5CFDDF9F9}">
      <dgm:prSet/>
      <dgm:spPr/>
      <dgm:t>
        <a:bodyPr/>
        <a:lstStyle/>
        <a:p>
          <a:r>
            <a:rPr lang="it-IT"/>
            <a:t>Aggiornamenti incrementali</a:t>
          </a:r>
          <a:endParaRPr lang="en-US"/>
        </a:p>
      </dgm:t>
    </dgm:pt>
    <dgm:pt modelId="{89E9945F-AC1D-458F-828D-128ED3F6F9D4}" type="parTrans" cxnId="{CE1E2960-E950-4F86-A583-71CB0A3CE6D1}">
      <dgm:prSet/>
      <dgm:spPr/>
      <dgm:t>
        <a:bodyPr/>
        <a:lstStyle/>
        <a:p>
          <a:endParaRPr lang="en-US"/>
        </a:p>
      </dgm:t>
    </dgm:pt>
    <dgm:pt modelId="{DDB24D32-C395-41C4-87D4-FC7F93DAFDC2}" type="sibTrans" cxnId="{CE1E2960-E950-4F86-A583-71CB0A3CE6D1}">
      <dgm:prSet/>
      <dgm:spPr/>
      <dgm:t>
        <a:bodyPr/>
        <a:lstStyle/>
        <a:p>
          <a:endParaRPr lang="en-US"/>
        </a:p>
      </dgm:t>
    </dgm:pt>
    <dgm:pt modelId="{9988FCDA-5058-4BC7-978A-06FD6D443B9E}" type="pres">
      <dgm:prSet presAssocID="{4AA9C69A-9E30-4CE7-9BC5-035779C36E4E}" presName="linear" presStyleCnt="0">
        <dgm:presLayoutVars>
          <dgm:dir/>
          <dgm:animLvl val="lvl"/>
          <dgm:resizeHandles val="exact"/>
        </dgm:presLayoutVars>
      </dgm:prSet>
      <dgm:spPr/>
    </dgm:pt>
    <dgm:pt modelId="{24A578DD-CF9C-4FB5-B14A-63F42E9849D4}" type="pres">
      <dgm:prSet presAssocID="{F3D2BFDB-A354-4961-8A6A-51F252057983}" presName="parentLin" presStyleCnt="0"/>
      <dgm:spPr/>
    </dgm:pt>
    <dgm:pt modelId="{BB257963-C4D3-4359-8B40-38770D0D581A}" type="pres">
      <dgm:prSet presAssocID="{F3D2BFDB-A354-4961-8A6A-51F252057983}" presName="parentLeftMargin" presStyleLbl="node1" presStyleIdx="0" presStyleCnt="1"/>
      <dgm:spPr/>
    </dgm:pt>
    <dgm:pt modelId="{4B1E2E67-B5B0-4690-807B-101600578E64}" type="pres">
      <dgm:prSet presAssocID="{F3D2BFDB-A354-4961-8A6A-51F25205798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8E4C270-7B94-4C9E-9377-6BEEDAB45BEB}" type="pres">
      <dgm:prSet presAssocID="{F3D2BFDB-A354-4961-8A6A-51F252057983}" presName="negativeSpace" presStyleCnt="0"/>
      <dgm:spPr/>
    </dgm:pt>
    <dgm:pt modelId="{BFFD48A0-5AB9-4C5B-803D-350D21606F22}" type="pres">
      <dgm:prSet presAssocID="{F3D2BFDB-A354-4961-8A6A-51F252057983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659F3213-8352-4286-900F-1D43E1560427}" type="presOf" srcId="{4AA9C69A-9E30-4CE7-9BC5-035779C36E4E}" destId="{9988FCDA-5058-4BC7-978A-06FD6D443B9E}" srcOrd="0" destOrd="0" presId="urn:microsoft.com/office/officeart/2005/8/layout/list1"/>
    <dgm:cxn modelId="{A2E5975F-0A69-4418-8DCC-A4C2B79D411C}" type="presOf" srcId="{F3D2BFDB-A354-4961-8A6A-51F252057983}" destId="{4B1E2E67-B5B0-4690-807B-101600578E64}" srcOrd="1" destOrd="0" presId="urn:microsoft.com/office/officeart/2005/8/layout/list1"/>
    <dgm:cxn modelId="{CE1E2960-E950-4F86-A583-71CB0A3CE6D1}" srcId="{F3D2BFDB-A354-4961-8A6A-51F252057983}" destId="{4171392D-0A08-4A93-989A-6CC5CFDDF9F9}" srcOrd="1" destOrd="0" parTransId="{89E9945F-AC1D-458F-828D-128ED3F6F9D4}" sibTransId="{DDB24D32-C395-41C4-87D4-FC7F93DAFDC2}"/>
    <dgm:cxn modelId="{B61D1A72-225D-490B-8A43-985BD17306A6}" type="presOf" srcId="{0627D4F3-87F2-4101-8E26-EC2AA879A622}" destId="{BFFD48A0-5AB9-4C5B-803D-350D21606F22}" srcOrd="0" destOrd="0" presId="urn:microsoft.com/office/officeart/2005/8/layout/list1"/>
    <dgm:cxn modelId="{EB281684-3282-4039-9696-7A6BA2A3C636}" srcId="{F3D2BFDB-A354-4961-8A6A-51F252057983}" destId="{0627D4F3-87F2-4101-8E26-EC2AA879A622}" srcOrd="0" destOrd="0" parTransId="{9AD61C24-3B58-49B3-A698-A8800B4229BA}" sibTransId="{366D9D7B-4BAC-4084-8947-51C7314C7E06}"/>
    <dgm:cxn modelId="{730DC88E-6FDF-4001-916F-9196E1F432FB}" type="presOf" srcId="{4171392D-0A08-4A93-989A-6CC5CFDDF9F9}" destId="{BFFD48A0-5AB9-4C5B-803D-350D21606F22}" srcOrd="0" destOrd="1" presId="urn:microsoft.com/office/officeart/2005/8/layout/list1"/>
    <dgm:cxn modelId="{7F76A4A3-21CF-432F-84D2-C3817F024831}" type="presOf" srcId="{F3D2BFDB-A354-4961-8A6A-51F252057983}" destId="{BB257963-C4D3-4359-8B40-38770D0D581A}" srcOrd="0" destOrd="0" presId="urn:microsoft.com/office/officeart/2005/8/layout/list1"/>
    <dgm:cxn modelId="{60005AFB-1F3B-4AF1-B766-B07CEE758098}" srcId="{4AA9C69A-9E30-4CE7-9BC5-035779C36E4E}" destId="{F3D2BFDB-A354-4961-8A6A-51F252057983}" srcOrd="0" destOrd="0" parTransId="{033E9B86-4474-4599-A32D-327FB924E55F}" sibTransId="{2BF06EAE-2B8E-4044-9F3E-2E7EE9F0C537}"/>
    <dgm:cxn modelId="{12A2C632-AA00-4A90-BABD-E662AF5FF47A}" type="presParOf" srcId="{9988FCDA-5058-4BC7-978A-06FD6D443B9E}" destId="{24A578DD-CF9C-4FB5-B14A-63F42E9849D4}" srcOrd="0" destOrd="0" presId="urn:microsoft.com/office/officeart/2005/8/layout/list1"/>
    <dgm:cxn modelId="{6F2906CC-134A-4FE2-A13F-50A992834C02}" type="presParOf" srcId="{24A578DD-CF9C-4FB5-B14A-63F42E9849D4}" destId="{BB257963-C4D3-4359-8B40-38770D0D581A}" srcOrd="0" destOrd="0" presId="urn:microsoft.com/office/officeart/2005/8/layout/list1"/>
    <dgm:cxn modelId="{4EF263B5-4505-421E-ACED-FE6D386107F4}" type="presParOf" srcId="{24A578DD-CF9C-4FB5-B14A-63F42E9849D4}" destId="{4B1E2E67-B5B0-4690-807B-101600578E64}" srcOrd="1" destOrd="0" presId="urn:microsoft.com/office/officeart/2005/8/layout/list1"/>
    <dgm:cxn modelId="{99E87A30-2974-4D5A-84DB-1C267B8F2BDD}" type="presParOf" srcId="{9988FCDA-5058-4BC7-978A-06FD6D443B9E}" destId="{A8E4C270-7B94-4C9E-9377-6BEEDAB45BEB}" srcOrd="1" destOrd="0" presId="urn:microsoft.com/office/officeart/2005/8/layout/list1"/>
    <dgm:cxn modelId="{89E5D1C6-A1C4-4985-B036-28B7025CDEEC}" type="presParOf" srcId="{9988FCDA-5058-4BC7-978A-06FD6D443B9E}" destId="{BFFD48A0-5AB9-4C5B-803D-350D21606F2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5DF56-F522-48CA-9B40-2B1FFB06D0F3}">
      <dsp:nvSpPr>
        <dsp:cNvPr id="0" name=""/>
        <dsp:cNvSpPr/>
      </dsp:nvSpPr>
      <dsp:spPr>
        <a:xfrm>
          <a:off x="936823" y="507074"/>
          <a:ext cx="1449205" cy="1449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73CDDB-0B5A-43BC-B785-0367BB765ED2}">
      <dsp:nvSpPr>
        <dsp:cNvPr id="0" name=""/>
        <dsp:cNvSpPr/>
      </dsp:nvSpPr>
      <dsp:spPr>
        <a:xfrm>
          <a:off x="51197" y="2339085"/>
          <a:ext cx="32204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Il file contiene le associazioni tra un talk principale e i talk suggeriti tramite i loro ID</a:t>
          </a:r>
          <a:endParaRPr lang="en-US" sz="1500" kern="1200"/>
        </a:p>
      </dsp:txBody>
      <dsp:txXfrm>
        <a:off x="51197" y="2339085"/>
        <a:ext cx="3220457" cy="720000"/>
      </dsp:txXfrm>
    </dsp:sp>
    <dsp:sp modelId="{E9E498EC-4F6E-485A-B834-7368303011AA}">
      <dsp:nvSpPr>
        <dsp:cNvPr id="0" name=""/>
        <dsp:cNvSpPr/>
      </dsp:nvSpPr>
      <dsp:spPr>
        <a:xfrm>
          <a:off x="4720861" y="507074"/>
          <a:ext cx="1449205" cy="1449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C07C9-CDE0-4CBD-A74A-C26A01516469}">
      <dsp:nvSpPr>
        <dsp:cNvPr id="0" name=""/>
        <dsp:cNvSpPr/>
      </dsp:nvSpPr>
      <dsp:spPr>
        <a:xfrm>
          <a:off x="3835235" y="2339085"/>
          <a:ext cx="32204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Nel DWH vogliamo costruire un modello aggregato in cui salvare queste informazioni</a:t>
          </a:r>
          <a:endParaRPr lang="en-US" sz="1500" kern="1200"/>
        </a:p>
      </dsp:txBody>
      <dsp:txXfrm>
        <a:off x="3835235" y="2339085"/>
        <a:ext cx="3220457" cy="720000"/>
      </dsp:txXfrm>
    </dsp:sp>
    <dsp:sp modelId="{2DE7A639-2893-43BA-9B31-E4C16DB9D85B}">
      <dsp:nvSpPr>
        <dsp:cNvPr id="0" name=""/>
        <dsp:cNvSpPr/>
      </dsp:nvSpPr>
      <dsp:spPr>
        <a:xfrm>
          <a:off x="8504898" y="507074"/>
          <a:ext cx="1449205" cy="1449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CCBE6-FFBC-4648-B79B-CF710947F1BC}">
      <dsp:nvSpPr>
        <dsp:cNvPr id="0" name=""/>
        <dsp:cNvSpPr/>
      </dsp:nvSpPr>
      <dsp:spPr>
        <a:xfrm>
          <a:off x="7619272" y="2339085"/>
          <a:ext cx="32204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/>
            <a:t>Trasformiamo le associazioni ID nel file .csv in array annidati nel nostro Database</a:t>
          </a:r>
          <a:endParaRPr lang="en-US" sz="1500" kern="1200"/>
        </a:p>
      </dsp:txBody>
      <dsp:txXfrm>
        <a:off x="7619272" y="2339085"/>
        <a:ext cx="322045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7E156-D105-4B91-8B3A-193C80B83EC5}">
      <dsp:nvSpPr>
        <dsp:cNvPr id="0" name=""/>
        <dsp:cNvSpPr/>
      </dsp:nvSpPr>
      <dsp:spPr>
        <a:xfrm>
          <a:off x="0" y="3993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FCB77A-FAB5-4FCC-B329-89A3720625C5}">
      <dsp:nvSpPr>
        <dsp:cNvPr id="0" name=""/>
        <dsp:cNvSpPr/>
      </dsp:nvSpPr>
      <dsp:spPr>
        <a:xfrm>
          <a:off x="257290" y="195365"/>
          <a:ext cx="467800" cy="467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E3A40-CEB2-4ABA-A169-53F00B4809ED}">
      <dsp:nvSpPr>
        <dsp:cNvPr id="0" name=""/>
        <dsp:cNvSpPr/>
      </dsp:nvSpPr>
      <dsp:spPr>
        <a:xfrm>
          <a:off x="982380" y="3993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 modifica consiste nell’aggiungere anche la lettura del dataset dei talk suggeriti</a:t>
          </a:r>
        </a:p>
      </dsp:txBody>
      <dsp:txXfrm>
        <a:off x="982380" y="3993"/>
        <a:ext cx="6234035" cy="850545"/>
      </dsp:txXfrm>
    </dsp:sp>
    <dsp:sp modelId="{B84974D5-6996-4FD7-8C65-C1F52BA933AC}">
      <dsp:nvSpPr>
        <dsp:cNvPr id="0" name=""/>
        <dsp:cNvSpPr/>
      </dsp:nvSpPr>
      <dsp:spPr>
        <a:xfrm>
          <a:off x="0" y="1067175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F444B-E87F-4C27-978C-02F22DADDB41}">
      <dsp:nvSpPr>
        <dsp:cNvPr id="0" name=""/>
        <dsp:cNvSpPr/>
      </dsp:nvSpPr>
      <dsp:spPr>
        <a:xfrm>
          <a:off x="257290" y="1258547"/>
          <a:ext cx="467800" cy="467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E2CB0-1696-4C66-AB04-C2B7FECC9FCD}">
      <dsp:nvSpPr>
        <dsp:cNvPr id="0" name=""/>
        <dsp:cNvSpPr/>
      </dsp:nvSpPr>
      <dsp:spPr>
        <a:xfrm>
          <a:off x="982380" y="1067175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Il dataset viene letto nello stesso modo degli altri .csv</a:t>
          </a:r>
        </a:p>
      </dsp:txBody>
      <dsp:txXfrm>
        <a:off x="982380" y="1067175"/>
        <a:ext cx="6234035" cy="850545"/>
      </dsp:txXfrm>
    </dsp:sp>
    <dsp:sp modelId="{DD3AC034-80F7-4F0D-9FAE-71AF755999DA}">
      <dsp:nvSpPr>
        <dsp:cNvPr id="0" name=""/>
        <dsp:cNvSpPr/>
      </dsp:nvSpPr>
      <dsp:spPr>
        <a:xfrm>
          <a:off x="0" y="2130357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2E1A0-C6BE-4E63-BDAE-81F6E36EA43C}">
      <dsp:nvSpPr>
        <dsp:cNvPr id="0" name=""/>
        <dsp:cNvSpPr/>
      </dsp:nvSpPr>
      <dsp:spPr>
        <a:xfrm>
          <a:off x="257290" y="2321729"/>
          <a:ext cx="467800" cy="4678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41438-F200-4681-87BC-7CA3AF8A8D53}">
      <dsp:nvSpPr>
        <dsp:cNvPr id="0" name=""/>
        <dsp:cNvSpPr/>
      </dsp:nvSpPr>
      <dsp:spPr>
        <a:xfrm>
          <a:off x="982380" y="2130357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Abbiamo aggregato per ID usando la stessa logica già usata per i tag</a:t>
          </a:r>
        </a:p>
      </dsp:txBody>
      <dsp:txXfrm>
        <a:off x="982380" y="2130357"/>
        <a:ext cx="6234035" cy="850545"/>
      </dsp:txXfrm>
    </dsp:sp>
    <dsp:sp modelId="{35F4C99F-B679-42CA-A341-DB5AB6CDDCEC}">
      <dsp:nvSpPr>
        <dsp:cNvPr id="0" name=""/>
        <dsp:cNvSpPr/>
      </dsp:nvSpPr>
      <dsp:spPr>
        <a:xfrm>
          <a:off x="0" y="3193539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7F8C0-456B-4189-BB4F-FAD2F55FCCB8}">
      <dsp:nvSpPr>
        <dsp:cNvPr id="0" name=""/>
        <dsp:cNvSpPr/>
      </dsp:nvSpPr>
      <dsp:spPr>
        <a:xfrm>
          <a:off x="257290" y="3384911"/>
          <a:ext cx="467800" cy="4678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17474-7370-4B49-B25D-F9258C17DE40}">
      <dsp:nvSpPr>
        <dsp:cNvPr id="0" name=""/>
        <dsp:cNvSpPr/>
      </dsp:nvSpPr>
      <dsp:spPr>
        <a:xfrm>
          <a:off x="982380" y="3193539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differenza dei tag in cui raccogliamo una lista semplice di stringhe, per watch_next raccogliamo una lista di oggetti strutturati.</a:t>
          </a:r>
        </a:p>
      </dsp:txBody>
      <dsp:txXfrm>
        <a:off x="982380" y="3193539"/>
        <a:ext cx="6234035" cy="850545"/>
      </dsp:txXfrm>
    </dsp:sp>
    <dsp:sp modelId="{1AC412B0-8F16-4799-BA13-A5224601F9C1}">
      <dsp:nvSpPr>
        <dsp:cNvPr id="0" name=""/>
        <dsp:cNvSpPr/>
      </dsp:nvSpPr>
      <dsp:spPr>
        <a:xfrm>
          <a:off x="0" y="4256721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C4ACA-3B09-453A-B7F7-B63C28BBAD10}">
      <dsp:nvSpPr>
        <dsp:cNvPr id="0" name=""/>
        <dsp:cNvSpPr/>
      </dsp:nvSpPr>
      <dsp:spPr>
        <a:xfrm>
          <a:off x="257290" y="4448093"/>
          <a:ext cx="467800" cy="467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72D49-AAD7-4A59-A897-F358A310A718}">
      <dsp:nvSpPr>
        <dsp:cNvPr id="0" name=""/>
        <dsp:cNvSpPr/>
      </dsp:nvSpPr>
      <dsp:spPr>
        <a:xfrm>
          <a:off x="982380" y="4256721"/>
          <a:ext cx="6234035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Infine il dataset aggregato viene aggiunto al modello finale con una nuova join (e scritto in MongoDB)</a:t>
          </a:r>
        </a:p>
      </dsp:txBody>
      <dsp:txXfrm>
        <a:off x="982380" y="4256721"/>
        <a:ext cx="6234035" cy="850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49408-42B1-4270-8B02-FD87D5F9DAAC}">
      <dsp:nvSpPr>
        <dsp:cNvPr id="0" name=""/>
        <dsp:cNvSpPr/>
      </dsp:nvSpPr>
      <dsp:spPr>
        <a:xfrm>
          <a:off x="6691167" y="1425026"/>
          <a:ext cx="2740547" cy="652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4404"/>
              </a:lnTo>
              <a:lnTo>
                <a:pt x="2740547" y="444404"/>
              </a:lnTo>
              <a:lnTo>
                <a:pt x="2740547" y="6521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D082AF-0CC7-4787-86DB-6ED5E713AAEA}">
      <dsp:nvSpPr>
        <dsp:cNvPr id="0" name=""/>
        <dsp:cNvSpPr/>
      </dsp:nvSpPr>
      <dsp:spPr>
        <a:xfrm>
          <a:off x="6645447" y="1425026"/>
          <a:ext cx="91440" cy="65212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521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29F0F2-D71F-4554-BBFA-C0887BA921B2}">
      <dsp:nvSpPr>
        <dsp:cNvPr id="0" name=""/>
        <dsp:cNvSpPr/>
      </dsp:nvSpPr>
      <dsp:spPr>
        <a:xfrm>
          <a:off x="3950620" y="1425026"/>
          <a:ext cx="2740547" cy="652125"/>
        </a:xfrm>
        <a:custGeom>
          <a:avLst/>
          <a:gdLst/>
          <a:ahLst/>
          <a:cxnLst/>
          <a:rect l="0" t="0" r="0" b="0"/>
          <a:pathLst>
            <a:path>
              <a:moveTo>
                <a:pt x="2740547" y="0"/>
              </a:moveTo>
              <a:lnTo>
                <a:pt x="2740547" y="444404"/>
              </a:lnTo>
              <a:lnTo>
                <a:pt x="0" y="444404"/>
              </a:lnTo>
              <a:lnTo>
                <a:pt x="0" y="6521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8BEACE-3EB0-4D2D-B512-FE547F375658}">
      <dsp:nvSpPr>
        <dsp:cNvPr id="0" name=""/>
        <dsp:cNvSpPr/>
      </dsp:nvSpPr>
      <dsp:spPr>
        <a:xfrm>
          <a:off x="88940" y="1188"/>
          <a:ext cx="2242265" cy="14238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8CBC1-7277-4503-8900-827CDE685122}">
      <dsp:nvSpPr>
        <dsp:cNvPr id="0" name=""/>
        <dsp:cNvSpPr/>
      </dsp:nvSpPr>
      <dsp:spPr>
        <a:xfrm>
          <a:off x="338081" y="237871"/>
          <a:ext cx="2242265" cy="14238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Il dato watch_next può essere usato per mostrare una lista di contenuti suggeriti</a:t>
          </a:r>
          <a:endParaRPr lang="en-US" sz="1300" kern="1200"/>
        </a:p>
      </dsp:txBody>
      <dsp:txXfrm>
        <a:off x="379784" y="279574"/>
        <a:ext cx="2158859" cy="1340432"/>
      </dsp:txXfrm>
    </dsp:sp>
    <dsp:sp modelId="{8F3DFC4C-A034-409D-8725-324A6FA6A39B}">
      <dsp:nvSpPr>
        <dsp:cNvPr id="0" name=""/>
        <dsp:cNvSpPr/>
      </dsp:nvSpPr>
      <dsp:spPr>
        <a:xfrm>
          <a:off x="2829487" y="1188"/>
          <a:ext cx="2242265" cy="1423838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DF183F-F242-4CD4-AA3C-0DFEC7B0143B}">
      <dsp:nvSpPr>
        <dsp:cNvPr id="0" name=""/>
        <dsp:cNvSpPr/>
      </dsp:nvSpPr>
      <dsp:spPr>
        <a:xfrm>
          <a:off x="3078628" y="237871"/>
          <a:ext cx="2242265" cy="14238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I dati sono già pronti all’interno di MongoDB con una struttura annidata, quindi non sono necessarie query separate per costruire la lista suggerimenti</a:t>
          </a:r>
          <a:endParaRPr lang="en-US" sz="1300" kern="1200"/>
        </a:p>
      </dsp:txBody>
      <dsp:txXfrm>
        <a:off x="3120331" y="279574"/>
        <a:ext cx="2158859" cy="1340432"/>
      </dsp:txXfrm>
    </dsp:sp>
    <dsp:sp modelId="{775B4351-EA3D-4BCD-BC81-86F532BE0E55}">
      <dsp:nvSpPr>
        <dsp:cNvPr id="0" name=""/>
        <dsp:cNvSpPr/>
      </dsp:nvSpPr>
      <dsp:spPr>
        <a:xfrm>
          <a:off x="5570034" y="1188"/>
          <a:ext cx="2242265" cy="1423838"/>
        </a:xfrm>
        <a:prstGeom prst="roundRect">
          <a:avLst>
            <a:gd name="adj" fmla="val 10000"/>
          </a:avLst>
        </a:prstGeom>
        <a:solidFill>
          <a:srgbClr val="EA430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87100-5D30-4809-A577-5D1F6F3B0B3F}">
      <dsp:nvSpPr>
        <dsp:cNvPr id="0" name=""/>
        <dsp:cNvSpPr/>
      </dsp:nvSpPr>
      <dsp:spPr>
        <a:xfrm>
          <a:off x="5819175" y="237871"/>
          <a:ext cx="2242265" cy="14238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Questa modifica ci permette di offrire agli utenti le seguenti funzionalità:</a:t>
          </a:r>
          <a:endParaRPr lang="en-US" sz="1300" kern="1200"/>
        </a:p>
      </dsp:txBody>
      <dsp:txXfrm>
        <a:off x="5860878" y="279574"/>
        <a:ext cx="2158859" cy="1340432"/>
      </dsp:txXfrm>
    </dsp:sp>
    <dsp:sp modelId="{2EA8E533-7445-488F-9002-207FE297505E}">
      <dsp:nvSpPr>
        <dsp:cNvPr id="0" name=""/>
        <dsp:cNvSpPr/>
      </dsp:nvSpPr>
      <dsp:spPr>
        <a:xfrm>
          <a:off x="2829487" y="2077152"/>
          <a:ext cx="2242265" cy="14238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rgbClr val="1973E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EFC1A-5C23-4157-BE93-DF0642A6184C}">
      <dsp:nvSpPr>
        <dsp:cNvPr id="0" name=""/>
        <dsp:cNvSpPr/>
      </dsp:nvSpPr>
      <dsp:spPr>
        <a:xfrm>
          <a:off x="3078628" y="2313836"/>
          <a:ext cx="2242265" cy="14238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Suggerimento video consigliati al termine della visione</a:t>
          </a:r>
          <a:endParaRPr lang="en-US" sz="1300" kern="1200"/>
        </a:p>
      </dsp:txBody>
      <dsp:txXfrm>
        <a:off x="3120331" y="2355539"/>
        <a:ext cx="2158859" cy="1340432"/>
      </dsp:txXfrm>
    </dsp:sp>
    <dsp:sp modelId="{AF023765-02B8-4EAD-987B-24C656920D58}">
      <dsp:nvSpPr>
        <dsp:cNvPr id="0" name=""/>
        <dsp:cNvSpPr/>
      </dsp:nvSpPr>
      <dsp:spPr>
        <a:xfrm>
          <a:off x="5570034" y="2077152"/>
          <a:ext cx="2242265" cy="1423838"/>
        </a:xfrm>
        <a:prstGeom prst="roundRect">
          <a:avLst>
            <a:gd name="adj" fmla="val 10000"/>
          </a:avLst>
        </a:prstGeom>
        <a:solidFill>
          <a:srgbClr val="EA430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44416-39DF-440F-ADBC-97BAAAA064B6}">
      <dsp:nvSpPr>
        <dsp:cNvPr id="0" name=""/>
        <dsp:cNvSpPr/>
      </dsp:nvSpPr>
      <dsp:spPr>
        <a:xfrm>
          <a:off x="5819175" y="2313836"/>
          <a:ext cx="2242265" cy="14238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Talk suggeriti nella sezione di un video</a:t>
          </a:r>
          <a:endParaRPr lang="en-US" sz="1300" kern="1200"/>
        </a:p>
      </dsp:txBody>
      <dsp:txXfrm>
        <a:off x="5860878" y="2355539"/>
        <a:ext cx="2158859" cy="1340432"/>
      </dsp:txXfrm>
    </dsp:sp>
    <dsp:sp modelId="{A36C2128-F406-44BE-91A2-14259A23362C}">
      <dsp:nvSpPr>
        <dsp:cNvPr id="0" name=""/>
        <dsp:cNvSpPr/>
      </dsp:nvSpPr>
      <dsp:spPr>
        <a:xfrm>
          <a:off x="8310581" y="2077152"/>
          <a:ext cx="2242265" cy="1423838"/>
        </a:xfrm>
        <a:prstGeom prst="roundRect">
          <a:avLst>
            <a:gd name="adj" fmla="val 10000"/>
          </a:avLst>
        </a:prstGeom>
        <a:solidFill>
          <a:srgbClr val="EA430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FBE6C-4EA2-4648-B8BE-D28F9ACB25EE}">
      <dsp:nvSpPr>
        <dsp:cNvPr id="0" name=""/>
        <dsp:cNvSpPr/>
      </dsp:nvSpPr>
      <dsp:spPr>
        <a:xfrm>
          <a:off x="8559722" y="2313836"/>
          <a:ext cx="2242265" cy="14238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Algoritmo di suggerimento dei contenuti nella home page</a:t>
          </a:r>
          <a:endParaRPr lang="en-US" sz="1300" kern="1200"/>
        </a:p>
      </dsp:txBody>
      <dsp:txXfrm>
        <a:off x="8601425" y="2355539"/>
        <a:ext cx="2158859" cy="13404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B469D-239E-4E7D-A0E0-3A56E09C4B3D}">
      <dsp:nvSpPr>
        <dsp:cNvPr id="0" name=""/>
        <dsp:cNvSpPr/>
      </dsp:nvSpPr>
      <dsp:spPr>
        <a:xfrm>
          <a:off x="0" y="2084"/>
          <a:ext cx="5130210" cy="10565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3C31D6-298B-49C1-B3E7-CD2D6D057277}">
      <dsp:nvSpPr>
        <dsp:cNvPr id="0" name=""/>
        <dsp:cNvSpPr/>
      </dsp:nvSpPr>
      <dsp:spPr>
        <a:xfrm>
          <a:off x="319598" y="239802"/>
          <a:ext cx="581088" cy="58108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8855C-1E7D-48E0-8878-39443D4E092B}">
      <dsp:nvSpPr>
        <dsp:cNvPr id="0" name=""/>
        <dsp:cNvSpPr/>
      </dsp:nvSpPr>
      <dsp:spPr>
        <a:xfrm>
          <a:off x="1220285" y="2084"/>
          <a:ext cx="3909924" cy="1056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16" tIns="111816" rIns="111816" bIns="11181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Abbiamo scaricato i transcript dai video presenti nel dataset</a:t>
          </a:r>
          <a:endParaRPr lang="en-US" sz="1800" kern="1200"/>
        </a:p>
      </dsp:txBody>
      <dsp:txXfrm>
        <a:off x="1220285" y="2084"/>
        <a:ext cx="3909924" cy="1056524"/>
      </dsp:txXfrm>
    </dsp:sp>
    <dsp:sp modelId="{0047049F-B553-4B97-A390-8AD6C89A58B2}">
      <dsp:nvSpPr>
        <dsp:cNvPr id="0" name=""/>
        <dsp:cNvSpPr/>
      </dsp:nvSpPr>
      <dsp:spPr>
        <a:xfrm>
          <a:off x="0" y="1322740"/>
          <a:ext cx="5130210" cy="10565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AAEC2-1231-4EF3-BE65-E6075D558BE0}">
      <dsp:nvSpPr>
        <dsp:cNvPr id="0" name=""/>
        <dsp:cNvSpPr/>
      </dsp:nvSpPr>
      <dsp:spPr>
        <a:xfrm>
          <a:off x="319598" y="1560458"/>
          <a:ext cx="581088" cy="58108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66376-0A58-4204-871A-5A6FDBFFDFD2}">
      <dsp:nvSpPr>
        <dsp:cNvPr id="0" name=""/>
        <dsp:cNvSpPr/>
      </dsp:nvSpPr>
      <dsp:spPr>
        <a:xfrm>
          <a:off x="1220285" y="1322740"/>
          <a:ext cx="3909924" cy="1056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16" tIns="111816" rIns="111816" bIns="11181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Abbiamo caricato i transcript e il dataset in un bucket S3 chiamato «raw-data»</a:t>
          </a:r>
          <a:endParaRPr lang="en-US" sz="1800" kern="1200"/>
        </a:p>
      </dsp:txBody>
      <dsp:txXfrm>
        <a:off x="1220285" y="1322740"/>
        <a:ext cx="3909924" cy="1056524"/>
      </dsp:txXfrm>
    </dsp:sp>
    <dsp:sp modelId="{AA9AEC5C-7CD5-4F3F-A44D-089BB337904B}">
      <dsp:nvSpPr>
        <dsp:cNvPr id="0" name=""/>
        <dsp:cNvSpPr/>
      </dsp:nvSpPr>
      <dsp:spPr>
        <a:xfrm>
          <a:off x="0" y="2643396"/>
          <a:ext cx="5130210" cy="10565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89B9AA-0AD1-4D95-AC03-396C1D06966E}">
      <dsp:nvSpPr>
        <dsp:cNvPr id="0" name=""/>
        <dsp:cNvSpPr/>
      </dsp:nvSpPr>
      <dsp:spPr>
        <a:xfrm>
          <a:off x="319598" y="2881114"/>
          <a:ext cx="581088" cy="58108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F4300-F5BB-40F0-9C7E-DE0F0ABE373B}">
      <dsp:nvSpPr>
        <dsp:cNvPr id="0" name=""/>
        <dsp:cNvSpPr/>
      </dsp:nvSpPr>
      <dsp:spPr>
        <a:xfrm>
          <a:off x="1220285" y="2643396"/>
          <a:ext cx="3909924" cy="1056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16" tIns="111816" rIns="111816" bIns="11181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Con un job PySpark abbiamo processato i dati aggregandoli in un file JSON strutturato per ogni video</a:t>
          </a:r>
          <a:endParaRPr lang="en-US" sz="1800" kern="1200"/>
        </a:p>
      </dsp:txBody>
      <dsp:txXfrm>
        <a:off x="1220285" y="2643396"/>
        <a:ext cx="3909924" cy="1056524"/>
      </dsp:txXfrm>
    </dsp:sp>
    <dsp:sp modelId="{910FF518-BB81-446C-B306-20684AE4D367}">
      <dsp:nvSpPr>
        <dsp:cNvPr id="0" name=""/>
        <dsp:cNvSpPr/>
      </dsp:nvSpPr>
      <dsp:spPr>
        <a:xfrm>
          <a:off x="0" y="3964051"/>
          <a:ext cx="5130210" cy="10565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899F2-BD3E-4942-B344-CCE4711553B3}">
      <dsp:nvSpPr>
        <dsp:cNvPr id="0" name=""/>
        <dsp:cNvSpPr/>
      </dsp:nvSpPr>
      <dsp:spPr>
        <a:xfrm>
          <a:off x="319598" y="4201769"/>
          <a:ext cx="581088" cy="58108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1BB09-29D0-4F0F-9897-F8A370503130}">
      <dsp:nvSpPr>
        <dsp:cNvPr id="0" name=""/>
        <dsp:cNvSpPr/>
      </dsp:nvSpPr>
      <dsp:spPr>
        <a:xfrm>
          <a:off x="1220285" y="3964051"/>
          <a:ext cx="3909924" cy="1056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16" tIns="111816" rIns="111816" bIns="11181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I file JSON sono stati caricati nel bucket S3 «processed-data»</a:t>
          </a:r>
          <a:endParaRPr lang="en-US" sz="1800" kern="1200"/>
        </a:p>
      </dsp:txBody>
      <dsp:txXfrm>
        <a:off x="1220285" y="3964051"/>
        <a:ext cx="3909924" cy="10565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6172BF-8575-4746-BF66-076C8F4E6DF7}">
      <dsp:nvSpPr>
        <dsp:cNvPr id="0" name=""/>
        <dsp:cNvSpPr/>
      </dsp:nvSpPr>
      <dsp:spPr>
        <a:xfrm>
          <a:off x="649594" y="206585"/>
          <a:ext cx="628857" cy="6288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6C429-9943-44F4-A795-A9DE1A9F7A71}">
      <dsp:nvSpPr>
        <dsp:cNvPr id="0" name=""/>
        <dsp:cNvSpPr/>
      </dsp:nvSpPr>
      <dsp:spPr>
        <a:xfrm>
          <a:off x="265292" y="1049413"/>
          <a:ext cx="1397460" cy="55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Il job PySpark ha l’obiettivo di trasformare i dati grezzi in un file JSON strutturato per ogni talk</a:t>
          </a:r>
          <a:endParaRPr lang="en-US" sz="1100" kern="1200"/>
        </a:p>
      </dsp:txBody>
      <dsp:txXfrm>
        <a:off x="265292" y="1049413"/>
        <a:ext cx="1397460" cy="558984"/>
      </dsp:txXfrm>
    </dsp:sp>
    <dsp:sp modelId="{5DF4C938-AB03-4DD6-80A9-0A3F5A233184}">
      <dsp:nvSpPr>
        <dsp:cNvPr id="0" name=""/>
        <dsp:cNvSpPr/>
      </dsp:nvSpPr>
      <dsp:spPr>
        <a:xfrm>
          <a:off x="2291611" y="206585"/>
          <a:ext cx="628857" cy="6288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388C3-10BB-4A0E-938D-684D60639D77}">
      <dsp:nvSpPr>
        <dsp:cNvPr id="0" name=""/>
        <dsp:cNvSpPr/>
      </dsp:nvSpPr>
      <dsp:spPr>
        <a:xfrm>
          <a:off x="1907309" y="1049413"/>
          <a:ext cx="1397460" cy="55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Il job legge i dati dal bucket S3 «raw-data»</a:t>
          </a:r>
          <a:endParaRPr lang="en-US" sz="1100" kern="1200"/>
        </a:p>
      </dsp:txBody>
      <dsp:txXfrm>
        <a:off x="1907309" y="1049413"/>
        <a:ext cx="1397460" cy="558984"/>
      </dsp:txXfrm>
    </dsp:sp>
    <dsp:sp modelId="{A3541D78-93B4-4B1F-8F39-95B2D247180B}">
      <dsp:nvSpPr>
        <dsp:cNvPr id="0" name=""/>
        <dsp:cNvSpPr/>
      </dsp:nvSpPr>
      <dsp:spPr>
        <a:xfrm>
          <a:off x="3933627" y="206585"/>
          <a:ext cx="628857" cy="628857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FF271-F796-41A9-B5D8-5E53E2CE4547}">
      <dsp:nvSpPr>
        <dsp:cNvPr id="0" name=""/>
        <dsp:cNvSpPr/>
      </dsp:nvSpPr>
      <dsp:spPr>
        <a:xfrm>
          <a:off x="3549326" y="1049413"/>
          <a:ext cx="1397460" cy="55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Aggrega i dati usando come chiave l’ID del dataset</a:t>
          </a:r>
          <a:endParaRPr lang="en-US" sz="1100" kern="1200"/>
        </a:p>
      </dsp:txBody>
      <dsp:txXfrm>
        <a:off x="3549326" y="1049413"/>
        <a:ext cx="1397460" cy="558984"/>
      </dsp:txXfrm>
    </dsp:sp>
    <dsp:sp modelId="{C727F6FC-9D8C-444E-8F3B-6C15E074A8C1}">
      <dsp:nvSpPr>
        <dsp:cNvPr id="0" name=""/>
        <dsp:cNvSpPr/>
      </dsp:nvSpPr>
      <dsp:spPr>
        <a:xfrm>
          <a:off x="1470602" y="1957762"/>
          <a:ext cx="628857" cy="6288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9B1C6-E147-44C1-8453-A0881FA1C1D6}">
      <dsp:nvSpPr>
        <dsp:cNvPr id="0" name=""/>
        <dsp:cNvSpPr/>
      </dsp:nvSpPr>
      <dsp:spPr>
        <a:xfrm>
          <a:off x="1086301" y="2800589"/>
          <a:ext cx="1397460" cy="55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Genera un JSON con schema finale mostrato nell’immagine</a:t>
          </a:r>
          <a:endParaRPr lang="en-US" sz="1100" kern="1200" dirty="0"/>
        </a:p>
      </dsp:txBody>
      <dsp:txXfrm>
        <a:off x="1086301" y="2800589"/>
        <a:ext cx="1397460" cy="558984"/>
      </dsp:txXfrm>
    </dsp:sp>
    <dsp:sp modelId="{BB94FB69-823F-4554-8A8B-9B50C34E3D35}">
      <dsp:nvSpPr>
        <dsp:cNvPr id="0" name=""/>
        <dsp:cNvSpPr/>
      </dsp:nvSpPr>
      <dsp:spPr>
        <a:xfrm>
          <a:off x="3112619" y="1957762"/>
          <a:ext cx="628857" cy="6288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492C4-567E-48E3-B075-16675E09A6A0}">
      <dsp:nvSpPr>
        <dsp:cNvPr id="0" name=""/>
        <dsp:cNvSpPr/>
      </dsp:nvSpPr>
      <dsp:spPr>
        <a:xfrm>
          <a:off x="2728317" y="2800589"/>
          <a:ext cx="1397460" cy="55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Carica i JSON nel bucket S3 «processed-data»</a:t>
          </a:r>
          <a:endParaRPr lang="en-US" sz="1100" kern="1200"/>
        </a:p>
      </dsp:txBody>
      <dsp:txXfrm>
        <a:off x="2728317" y="2800589"/>
        <a:ext cx="1397460" cy="5589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2086A-2A40-4434-92B4-600465F6472F}">
      <dsp:nvSpPr>
        <dsp:cNvPr id="0" name=""/>
        <dsp:cNvSpPr/>
      </dsp:nvSpPr>
      <dsp:spPr>
        <a:xfrm>
          <a:off x="3624937" y="703426"/>
          <a:ext cx="542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42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823" y="746281"/>
        <a:ext cx="28651" cy="5730"/>
      </dsp:txXfrm>
    </dsp:sp>
    <dsp:sp modelId="{DBE66035-F6D4-452D-98A9-71BAE1C7573C}">
      <dsp:nvSpPr>
        <dsp:cNvPr id="0" name=""/>
        <dsp:cNvSpPr/>
      </dsp:nvSpPr>
      <dsp:spPr>
        <a:xfrm>
          <a:off x="1135331" y="1724"/>
          <a:ext cx="2491406" cy="1494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081" tIns="128145" rIns="122081" bIns="12814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I dati grezzi non sono uniformi e potrebbero essere nulli in alcuni campi</a:t>
          </a:r>
          <a:endParaRPr lang="en-US" sz="1300" kern="1200"/>
        </a:p>
      </dsp:txBody>
      <dsp:txXfrm>
        <a:off x="1135331" y="1724"/>
        <a:ext cx="2491406" cy="1494843"/>
      </dsp:txXfrm>
    </dsp:sp>
    <dsp:sp modelId="{BB95694D-69B6-4D2F-810D-8995DF2B502D}">
      <dsp:nvSpPr>
        <dsp:cNvPr id="0" name=""/>
        <dsp:cNvSpPr/>
      </dsp:nvSpPr>
      <dsp:spPr>
        <a:xfrm>
          <a:off x="6689367" y="703426"/>
          <a:ext cx="542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42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46253" y="746281"/>
        <a:ext cx="28651" cy="5730"/>
      </dsp:txXfrm>
    </dsp:sp>
    <dsp:sp modelId="{FAF58AFD-74CE-4B07-A9AB-BEB6E805FE09}">
      <dsp:nvSpPr>
        <dsp:cNvPr id="0" name=""/>
        <dsp:cNvSpPr/>
      </dsp:nvSpPr>
      <dsp:spPr>
        <a:xfrm>
          <a:off x="4199760" y="1724"/>
          <a:ext cx="2491406" cy="1494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081" tIns="128145" rIns="122081" bIns="12814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I dati grezzi provengono da formati diversi (.JSON e .csv)</a:t>
          </a:r>
          <a:endParaRPr lang="en-US" sz="1300" kern="1200"/>
        </a:p>
      </dsp:txBody>
      <dsp:txXfrm>
        <a:off x="4199760" y="1724"/>
        <a:ext cx="2491406" cy="1494843"/>
      </dsp:txXfrm>
    </dsp:sp>
    <dsp:sp modelId="{68471D0E-59FC-44DB-8A1C-AEE5262E5F28}">
      <dsp:nvSpPr>
        <dsp:cNvPr id="0" name=""/>
        <dsp:cNvSpPr/>
      </dsp:nvSpPr>
      <dsp:spPr>
        <a:xfrm>
          <a:off x="2381034" y="1494768"/>
          <a:ext cx="6128859" cy="542423"/>
        </a:xfrm>
        <a:custGeom>
          <a:avLst/>
          <a:gdLst/>
          <a:ahLst/>
          <a:cxnLst/>
          <a:rect l="0" t="0" r="0" b="0"/>
          <a:pathLst>
            <a:path>
              <a:moveTo>
                <a:pt x="6128859" y="0"/>
              </a:moveTo>
              <a:lnTo>
                <a:pt x="6128859" y="288311"/>
              </a:lnTo>
              <a:lnTo>
                <a:pt x="0" y="288311"/>
              </a:lnTo>
              <a:lnTo>
                <a:pt x="0" y="542423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91574" y="1763114"/>
        <a:ext cx="307779" cy="5730"/>
      </dsp:txXfrm>
    </dsp:sp>
    <dsp:sp modelId="{F62A9C97-329C-4DD6-92D3-065BEB42B4D9}">
      <dsp:nvSpPr>
        <dsp:cNvPr id="0" name=""/>
        <dsp:cNvSpPr/>
      </dsp:nvSpPr>
      <dsp:spPr>
        <a:xfrm>
          <a:off x="7264190" y="1724"/>
          <a:ext cx="2491406" cy="1494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081" tIns="128145" rIns="122081" bIns="12814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Abbiamo dovuto creare vettori e strutture annidate</a:t>
          </a:r>
          <a:endParaRPr lang="en-US" sz="1300" kern="1200"/>
        </a:p>
      </dsp:txBody>
      <dsp:txXfrm>
        <a:off x="7264190" y="1724"/>
        <a:ext cx="2491406" cy="1494843"/>
      </dsp:txXfrm>
    </dsp:sp>
    <dsp:sp modelId="{0B31F109-DEE5-47DA-90C0-198EF4D3C0B7}">
      <dsp:nvSpPr>
        <dsp:cNvPr id="0" name=""/>
        <dsp:cNvSpPr/>
      </dsp:nvSpPr>
      <dsp:spPr>
        <a:xfrm>
          <a:off x="3624937" y="2771293"/>
          <a:ext cx="542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42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81823" y="2814148"/>
        <a:ext cx="28651" cy="5730"/>
      </dsp:txXfrm>
    </dsp:sp>
    <dsp:sp modelId="{D6ADC94C-657B-4CA1-992E-1F5A15A1BEF2}">
      <dsp:nvSpPr>
        <dsp:cNvPr id="0" name=""/>
        <dsp:cNvSpPr/>
      </dsp:nvSpPr>
      <dsp:spPr>
        <a:xfrm>
          <a:off x="1135331" y="2069591"/>
          <a:ext cx="2491406" cy="1494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081" tIns="128145" rIns="122081" bIns="12814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Quantità elevata di file (16 mila JSON)</a:t>
          </a:r>
          <a:endParaRPr lang="en-US" sz="1300" kern="1200"/>
        </a:p>
      </dsp:txBody>
      <dsp:txXfrm>
        <a:off x="1135331" y="2069591"/>
        <a:ext cx="2491406" cy="1494843"/>
      </dsp:txXfrm>
    </dsp:sp>
    <dsp:sp modelId="{7FC5DB1B-5E0A-4578-A7A1-6E2EA3373510}">
      <dsp:nvSpPr>
        <dsp:cNvPr id="0" name=""/>
        <dsp:cNvSpPr/>
      </dsp:nvSpPr>
      <dsp:spPr>
        <a:xfrm>
          <a:off x="6689367" y="2771293"/>
          <a:ext cx="5424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42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46253" y="2814148"/>
        <a:ext cx="28651" cy="5730"/>
      </dsp:txXfrm>
    </dsp:sp>
    <dsp:sp modelId="{BFD409F5-EACF-40A4-9BBA-0C8F641F40A5}">
      <dsp:nvSpPr>
        <dsp:cNvPr id="0" name=""/>
        <dsp:cNvSpPr/>
      </dsp:nvSpPr>
      <dsp:spPr>
        <a:xfrm>
          <a:off x="4199760" y="2069591"/>
          <a:ext cx="2491406" cy="1494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081" tIns="128145" rIns="122081" bIns="12814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Di conseguenza difficile che il nodo principale (Driver) di Glue processi 16 mila chiamate</a:t>
          </a:r>
          <a:endParaRPr lang="en-US" sz="1300" kern="1200"/>
        </a:p>
      </dsp:txBody>
      <dsp:txXfrm>
        <a:off x="4199760" y="2069591"/>
        <a:ext cx="2491406" cy="1494843"/>
      </dsp:txXfrm>
    </dsp:sp>
    <dsp:sp modelId="{BB616943-8F40-433D-8DB0-97BC5F4C8E07}">
      <dsp:nvSpPr>
        <dsp:cNvPr id="0" name=""/>
        <dsp:cNvSpPr/>
      </dsp:nvSpPr>
      <dsp:spPr>
        <a:xfrm>
          <a:off x="7264190" y="2069591"/>
          <a:ext cx="2491406" cy="14948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081" tIns="128145" rIns="122081" bIns="12814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Soluzione: tecnica foreachPartition: divide i 16 mila record in pacchetti e li invia ai vari Worker del cluster Glue </a:t>
          </a:r>
          <a:r>
            <a:rPr lang="it-IT" sz="1300" kern="1200">
              <a:sym typeface="Wingdings" panose="05000000000000000000" pitchFamily="2" charset="2"/>
            </a:rPr>
            <a:t></a:t>
          </a:r>
          <a:r>
            <a:rPr lang="it-IT" sz="1300" kern="1200"/>
            <a:t> lettura e scrittura avvengono in parallelo</a:t>
          </a:r>
          <a:endParaRPr lang="en-US" sz="1300" kern="1200"/>
        </a:p>
      </dsp:txBody>
      <dsp:txXfrm>
        <a:off x="7264190" y="2069591"/>
        <a:ext cx="2491406" cy="14948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D48A0-5AB9-4C5B-803D-350D21606F22}">
      <dsp:nvSpPr>
        <dsp:cNvPr id="0" name=""/>
        <dsp:cNvSpPr/>
      </dsp:nvSpPr>
      <dsp:spPr>
        <a:xfrm>
          <a:off x="0" y="525442"/>
          <a:ext cx="5212080" cy="3031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4515" tIns="728980" rIns="404515" bIns="24892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500" kern="1200" dirty="0"/>
            <a:t>Verifica e validazione schema JSON finale</a:t>
          </a:r>
          <a:endParaRPr lang="en-US" sz="3500" kern="1200" dirty="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500" kern="1200"/>
            <a:t>Aggiornamenti incrementali</a:t>
          </a:r>
          <a:endParaRPr lang="en-US" sz="3500" kern="1200"/>
        </a:p>
      </dsp:txBody>
      <dsp:txXfrm>
        <a:off x="0" y="525442"/>
        <a:ext cx="5212080" cy="3031875"/>
      </dsp:txXfrm>
    </dsp:sp>
    <dsp:sp modelId="{4B1E2E67-B5B0-4690-807B-101600578E64}">
      <dsp:nvSpPr>
        <dsp:cNvPr id="0" name=""/>
        <dsp:cNvSpPr/>
      </dsp:nvSpPr>
      <dsp:spPr>
        <a:xfrm>
          <a:off x="260604" y="8842"/>
          <a:ext cx="3648456" cy="103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903" tIns="0" rIns="137903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500" kern="1200"/>
            <a:t>PYSPARK:</a:t>
          </a:r>
          <a:endParaRPr lang="en-US" sz="3500" kern="1200"/>
        </a:p>
      </dsp:txBody>
      <dsp:txXfrm>
        <a:off x="311041" y="59279"/>
        <a:ext cx="3547582" cy="932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D033D-4993-43A3-8BD9-E7A264E4FB05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AE540-52E8-47C3-9837-8A187C3D6F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692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E540-52E8-47C3-9837-8A187C3D6F3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530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E540-52E8-47C3-9837-8A187C3D6F3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7040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9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021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69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0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5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06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5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5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88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50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14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biotomasoni/cloud_mobile_2026_shorte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ello.com/b/jYELzvvY/piattaforme-cloud-e-applicazioni-mobili-shorte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uvole bianche geometriche in un cielo blu">
            <a:extLst>
              <a:ext uri="{FF2B5EF4-FFF2-40B4-BE49-F238E27FC236}">
                <a16:creationId xmlns:a16="http://schemas.microsoft.com/office/drawing/2014/main" id="{0E0B8E00-CEFA-0F71-E52C-C1F9225FC7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000"/>
          <a:stretch>
            <a:fillRect/>
          </a:stretch>
        </p:blipFill>
        <p:spPr>
          <a:xfrm>
            <a:off x="-406" y="0"/>
            <a:ext cx="1219197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97C39BB-F28F-40D1-A537-8E7F72A2B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892948" cy="3427867"/>
          </a:xfrm>
        </p:spPr>
        <p:txBody>
          <a:bodyPr anchor="t">
            <a:normAutofit/>
          </a:bodyPr>
          <a:lstStyle/>
          <a:p>
            <a:r>
              <a:rPr lang="it-IT" dirty="0">
                <a:solidFill>
                  <a:srgbClr val="FFFFFF"/>
                </a:solidFill>
              </a:rPr>
              <a:t>Cloud &amp; Mobile 2026 - </a:t>
            </a:r>
            <a:r>
              <a:rPr lang="it-IT" dirty="0" err="1">
                <a:solidFill>
                  <a:srgbClr val="FFFFFF"/>
                </a:solidFill>
              </a:rPr>
              <a:t>Homework</a:t>
            </a:r>
            <a:r>
              <a:rPr lang="it-IT" dirty="0">
                <a:solidFill>
                  <a:srgbClr val="FFFFFF"/>
                </a:solidFill>
              </a:rPr>
              <a:t> 2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3D29219-1A75-2AA0-5D7A-4846A6DA3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3788829"/>
            <a:ext cx="5790023" cy="812907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it-IT" sz="1400" dirty="0">
                <a:solidFill>
                  <a:srgbClr val="FFFFFF"/>
                </a:solidFill>
              </a:rPr>
              <a:t>Fabio Giovanni Tomasoni, matricola 1091999</a:t>
            </a:r>
          </a:p>
          <a:p>
            <a:pPr>
              <a:lnSpc>
                <a:spcPct val="120000"/>
              </a:lnSpc>
            </a:pPr>
            <a:r>
              <a:rPr lang="it-IT" sz="1400" dirty="0">
                <a:solidFill>
                  <a:srgbClr val="FFFFFF"/>
                </a:solidFill>
              </a:rPr>
              <a:t>Simone Gatti, matricola 1091998</a:t>
            </a:r>
          </a:p>
          <a:p>
            <a:pPr>
              <a:lnSpc>
                <a:spcPct val="120000"/>
              </a:lnSpc>
            </a:pPr>
            <a:br>
              <a:rPr lang="it-IT" sz="1400" dirty="0">
                <a:solidFill>
                  <a:srgbClr val="FFFFFF"/>
                </a:solidFill>
              </a:rPr>
            </a:br>
            <a:endParaRPr lang="it-IT" sz="1400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ottotitolo 2">
            <a:extLst>
              <a:ext uri="{FF2B5EF4-FFF2-40B4-BE49-F238E27FC236}">
                <a16:creationId xmlns:a16="http://schemas.microsoft.com/office/drawing/2014/main" id="{528B9629-3F5A-D02D-CAF6-028443E237AA}"/>
              </a:ext>
            </a:extLst>
          </p:cNvPr>
          <p:cNvSpPr txBox="1">
            <a:spLocks/>
          </p:cNvSpPr>
          <p:nvPr/>
        </p:nvSpPr>
        <p:spPr>
          <a:xfrm>
            <a:off x="640080" y="4928839"/>
            <a:ext cx="11130133" cy="2038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it-IT" sz="1600" cap="none" dirty="0">
                <a:solidFill>
                  <a:srgbClr val="FFFFFF"/>
                </a:solidFill>
              </a:rPr>
              <a:t>Link GitHub: </a:t>
            </a:r>
          </a:p>
          <a:p>
            <a:pPr>
              <a:lnSpc>
                <a:spcPct val="120000"/>
              </a:lnSpc>
            </a:pPr>
            <a:r>
              <a:rPr lang="it-IT" sz="1600" cap="none" dirty="0">
                <a:solidFill>
                  <a:srgbClr val="FFFFFF"/>
                </a:solidFill>
                <a:hlinkClick r:id="rId3"/>
              </a:rPr>
              <a:t>https://github.com/fabiotomasoni/cloud_mobile_2026_shorted</a:t>
            </a:r>
            <a:endParaRPr lang="it-IT" sz="1600" cap="none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r>
              <a:rPr lang="it-IT" sz="1600" cap="none" dirty="0">
                <a:solidFill>
                  <a:srgbClr val="FFFFFF"/>
                </a:solidFill>
              </a:rPr>
              <a:t>Link Trello: </a:t>
            </a:r>
          </a:p>
          <a:p>
            <a:pPr>
              <a:lnSpc>
                <a:spcPct val="120000"/>
              </a:lnSpc>
            </a:pPr>
            <a:r>
              <a:rPr lang="it-IT" sz="1600" cap="none" dirty="0">
                <a:solidFill>
                  <a:srgbClr val="FFFFFF"/>
                </a:solidFill>
                <a:hlinkClick r:id="rId4"/>
              </a:rPr>
              <a:t>https://trello.com/b/jYELzvvY/piattaforme-cloud-e-applicazioni-mobili-shorted</a:t>
            </a:r>
            <a:endParaRPr lang="it-IT" sz="1600" cap="none" dirty="0">
              <a:solidFill>
                <a:srgbClr val="FFFFFF"/>
              </a:solidFill>
            </a:endParaRPr>
          </a:p>
          <a:p>
            <a:pPr>
              <a:lnSpc>
                <a:spcPct val="120000"/>
              </a:lnSpc>
            </a:pPr>
            <a:endParaRPr lang="it-IT" sz="1600" cap="non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628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480A00-E6E3-CAD0-2E75-524B3393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it-IT" sz="3170" dirty="0" err="1">
                <a:latin typeface="Arial" panose="020B0604020202020204" pitchFamily="34" charset="0"/>
                <a:cs typeface="Arial" panose="020B0604020202020204" pitchFamily="34" charset="0"/>
              </a:rPr>
              <a:t>MyTEDx</a:t>
            </a:r>
            <a:r>
              <a:rPr lang="it-IT" sz="3170" dirty="0">
                <a:latin typeface="Arial" panose="020B0604020202020204" pitchFamily="34" charset="0"/>
                <a:cs typeface="Arial" panose="020B0604020202020204" pitchFamily="34" charset="0"/>
              </a:rPr>
              <a:t> – COME TRATTARE IL DATASET WATCH NEXT</a:t>
            </a:r>
          </a:p>
        </p:txBody>
      </p:sp>
      <p:graphicFrame>
        <p:nvGraphicFramePr>
          <p:cNvPr id="13" name="Segnaposto contenuto 2">
            <a:extLst>
              <a:ext uri="{FF2B5EF4-FFF2-40B4-BE49-F238E27FC236}">
                <a16:creationId xmlns:a16="http://schemas.microsoft.com/office/drawing/2014/main" id="{CD9A07DA-2C04-4C1E-97A5-96C687B7CB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4F59E633-F1BD-8AD2-371E-CCF78384B72C}"/>
              </a:ext>
            </a:extLst>
          </p:cNvPr>
          <p:cNvCxnSpPr/>
          <p:nvPr/>
        </p:nvCxnSpPr>
        <p:spPr>
          <a:xfrm>
            <a:off x="3146323" y="3991897"/>
            <a:ext cx="2074606" cy="0"/>
          </a:xfrm>
          <a:prstGeom prst="straightConnector1">
            <a:avLst/>
          </a:prstGeom>
          <a:ln>
            <a:solidFill>
              <a:srgbClr val="1973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4DEAA949-10A8-1A77-BA11-E293139AB25F}"/>
              </a:ext>
            </a:extLst>
          </p:cNvPr>
          <p:cNvCxnSpPr/>
          <p:nvPr/>
        </p:nvCxnSpPr>
        <p:spPr>
          <a:xfrm>
            <a:off x="6823587" y="4011561"/>
            <a:ext cx="2143432" cy="0"/>
          </a:xfrm>
          <a:prstGeom prst="straightConnector1">
            <a:avLst/>
          </a:prstGeom>
          <a:ln>
            <a:solidFill>
              <a:srgbClr val="1973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647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0860E34-4DC6-5E92-AEDC-BE539564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8"/>
            <a:ext cx="3106009" cy="43360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COME ABBIAMO MODIFICATO IL JOB PYSPARK</a:t>
            </a:r>
          </a:p>
        </p:txBody>
      </p:sp>
      <p:cxnSp>
        <p:nvCxnSpPr>
          <p:cNvPr id="7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96985EBC-A5A1-3341-83E7-D475262FC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51614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8367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13EB6CF6-38FC-2732-91B0-C67BA5B22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46" b="16483"/>
          <a:stretch>
            <a:fillRect/>
          </a:stretch>
        </p:blipFill>
        <p:spPr>
          <a:xfrm>
            <a:off x="898634" y="0"/>
            <a:ext cx="10394731" cy="752621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CD4F4F8-F197-D758-8527-059E2861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58" y="675047"/>
            <a:ext cx="150516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4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CBAC5BB-59E0-7EF8-A895-9609D0CC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pPr algn="ctr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UTILIZZO E FUNZIONALITÀ WATCH_NEXT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72008F8A-DD7F-FCE9-AB19-9CA4E2521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641448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017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14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CF5AA0D-F55D-F24B-FE17-8AA4B37EA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ShorTED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Elaborazione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Dati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BFE0B269-1DC9-9D86-7BC2-D142977866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-604397" y="2600517"/>
            <a:ext cx="6700397" cy="2897922"/>
          </a:xfrm>
          <a:prstGeom prst="rect">
            <a:avLst/>
          </a:prstGeom>
        </p:spPr>
      </p:pic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Segnaposto contenuto 3">
            <a:extLst>
              <a:ext uri="{FF2B5EF4-FFF2-40B4-BE49-F238E27FC236}">
                <a16:creationId xmlns:a16="http://schemas.microsoft.com/office/drawing/2014/main" id="{6B7F08DC-AE1F-CF2A-A706-EC0439F2522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63400887"/>
              </p:ext>
            </p:extLst>
          </p:nvPr>
        </p:nvGraphicFramePr>
        <p:xfrm>
          <a:off x="6400799" y="960119"/>
          <a:ext cx="5130210" cy="5022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4984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C43D71-2128-4BD1-D85F-E469FBDF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ShorTED – Job PySpark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Segnaposto contenuto 4">
            <a:extLst>
              <a:ext uri="{FF2B5EF4-FFF2-40B4-BE49-F238E27FC236}">
                <a16:creationId xmlns:a16="http://schemas.microsoft.com/office/drawing/2014/main" id="{1C70F47E-283D-2FA1-C544-4F2A984B7DB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71376337"/>
              </p:ext>
            </p:extLst>
          </p:nvPr>
        </p:nvGraphicFramePr>
        <p:xfrm>
          <a:off x="640080" y="2633472"/>
          <a:ext cx="521208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" name="Segnaposto contenuto 19">
            <a:extLst>
              <a:ext uri="{FF2B5EF4-FFF2-40B4-BE49-F238E27FC236}">
                <a16:creationId xmlns:a16="http://schemas.microsoft.com/office/drawing/2014/main" id="{D76A2968-88A1-D1FC-E680-6685056545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6831297" y="525026"/>
            <a:ext cx="5129591" cy="580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20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085166-5007-9CD3-44A0-4129300E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Criticità affrontate</a:t>
            </a:r>
          </a:p>
        </p:txBody>
      </p:sp>
      <p:graphicFrame>
        <p:nvGraphicFramePr>
          <p:cNvPr id="7" name="Segnaposto contenuto 4">
            <a:extLst>
              <a:ext uri="{FF2B5EF4-FFF2-40B4-BE49-F238E27FC236}">
                <a16:creationId xmlns:a16="http://schemas.microsoft.com/office/drawing/2014/main" id="{4B2B9DB9-DDF9-8A98-D625-4549F793FA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806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0AEA2E-39CA-9BDE-4B57-F5AFE77E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Possibili evoluzioni</a:t>
            </a:r>
          </a:p>
        </p:txBody>
      </p:sp>
      <p:graphicFrame>
        <p:nvGraphicFramePr>
          <p:cNvPr id="9" name="Segnaposto contenuto 4">
            <a:extLst>
              <a:ext uri="{FF2B5EF4-FFF2-40B4-BE49-F238E27FC236}">
                <a16:creationId xmlns:a16="http://schemas.microsoft.com/office/drawing/2014/main" id="{BCA5CB3A-979A-ACCE-9D50-E452C55FDC3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40080" y="2633472"/>
          <a:ext cx="521208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2" name="Gruppo 11">
            <a:extLst>
              <a:ext uri="{FF2B5EF4-FFF2-40B4-BE49-F238E27FC236}">
                <a16:creationId xmlns:a16="http://schemas.microsoft.com/office/drawing/2014/main" id="{CFC38360-A8CF-F84E-D91E-8930CC7FDEA2}"/>
              </a:ext>
            </a:extLst>
          </p:cNvPr>
          <p:cNvGrpSpPr/>
          <p:nvPr/>
        </p:nvGrpSpPr>
        <p:grpSpPr>
          <a:xfrm>
            <a:off x="6242992" y="3167757"/>
            <a:ext cx="5212080" cy="3031875"/>
            <a:chOff x="0" y="525442"/>
            <a:chExt cx="5212080" cy="3031875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A5FDE843-A453-0B0E-92DB-55354509CA53}"/>
                </a:ext>
              </a:extLst>
            </p:cNvPr>
            <p:cNvSpPr/>
            <p:nvPr/>
          </p:nvSpPr>
          <p:spPr>
            <a:xfrm>
              <a:off x="0" y="525442"/>
              <a:ext cx="5212080" cy="3031875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195C4D17-7D5B-493A-C4C8-B7D6F44A6832}"/>
                </a:ext>
              </a:extLst>
            </p:cNvPr>
            <p:cNvSpPr txBox="1"/>
            <p:nvPr/>
          </p:nvSpPr>
          <p:spPr>
            <a:xfrm>
              <a:off x="0" y="525442"/>
              <a:ext cx="5212080" cy="30318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04515" tIns="728980" rIns="404515" bIns="248920" numCol="1" spcCol="1270" anchor="t" anchorCtr="0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I dati strutturati verranno usati dalla pipeline AI per generare gli «snacks»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Gli «snacks» verranno caricati su </a:t>
              </a:r>
              <a:r>
                <a:rPr lang="it-IT" dirty="0" err="1"/>
                <a:t>MongoDB</a:t>
              </a:r>
              <a:endParaRPr lang="it-IT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Il </a:t>
              </a:r>
              <a:r>
                <a:rPr lang="it-IT" dirty="0" err="1"/>
                <a:t>backend</a:t>
              </a:r>
              <a:r>
                <a:rPr lang="it-IT" dirty="0"/>
                <a:t> a cui si collega l’applicazione, prenderà gli «snacks» direttamente da </a:t>
              </a:r>
              <a:r>
                <a:rPr lang="it-IT" dirty="0" err="1"/>
                <a:t>MongoDB</a:t>
              </a:r>
              <a:endParaRPr lang="it-IT" dirty="0"/>
            </a:p>
            <a:p>
              <a:pPr marL="285750" lvl="1" indent="-285750" algn="l" defTabSz="1555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3500" kern="1200" dirty="0"/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053B8CBF-1908-EE2E-396C-A04DF0CE88D3}"/>
              </a:ext>
            </a:extLst>
          </p:cNvPr>
          <p:cNvGrpSpPr/>
          <p:nvPr/>
        </p:nvGrpSpPr>
        <p:grpSpPr>
          <a:xfrm>
            <a:off x="6451811" y="2633472"/>
            <a:ext cx="3648456" cy="1033200"/>
            <a:chOff x="260604" y="8842"/>
            <a:chExt cx="3648456" cy="1033200"/>
          </a:xfrm>
        </p:grpSpPr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18F181DE-3932-F241-83F8-442434AE1B51}"/>
                </a:ext>
              </a:extLst>
            </p:cNvPr>
            <p:cNvSpPr/>
            <p:nvPr/>
          </p:nvSpPr>
          <p:spPr>
            <a:xfrm>
              <a:off x="260604" y="8842"/>
              <a:ext cx="3648456" cy="10332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7D7B1DB9-1323-9CC5-388D-2386A5D518AF}"/>
                </a:ext>
              </a:extLst>
            </p:cNvPr>
            <p:cNvSpPr txBox="1"/>
            <p:nvPr/>
          </p:nvSpPr>
          <p:spPr>
            <a:xfrm>
              <a:off x="311041" y="59279"/>
              <a:ext cx="3547582" cy="9323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7903" tIns="0" rIns="137903" bIns="0" numCol="1" spcCol="1270" anchor="ctr" anchorCtr="0">
              <a:noAutofit/>
            </a:bodyPr>
            <a:lstStyle/>
            <a:p>
              <a:pPr marL="0" lvl="0" indent="0" algn="l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3500" dirty="0"/>
                <a:t>PROGETTO SHORTED	</a:t>
              </a:r>
              <a:endParaRPr lang="en-US" sz="3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673587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525</Words>
  <Application>Microsoft Office PowerPoint</Application>
  <PresentationFormat>Widescreen</PresentationFormat>
  <Paragraphs>53</Paragraphs>
  <Slides>9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Aptos</vt:lpstr>
      <vt:lpstr>Arial</vt:lpstr>
      <vt:lpstr>Grandview Display</vt:lpstr>
      <vt:lpstr>Wingdings</vt:lpstr>
      <vt:lpstr>DashVTI</vt:lpstr>
      <vt:lpstr>Cloud &amp; Mobile 2026 - Homework 2</vt:lpstr>
      <vt:lpstr>MyTEDx – COME TRATTARE IL DATASET WATCH NEXT</vt:lpstr>
      <vt:lpstr>COME ABBIAMO MODIFICATO IL JOB PYSPARK</vt:lpstr>
      <vt:lpstr>Presentazione standard di PowerPoint</vt:lpstr>
      <vt:lpstr>UTILIZZO E FUNZIONALITÀ WATCH_NEXT</vt:lpstr>
      <vt:lpstr>ShorTED – Elaborazione Dati</vt:lpstr>
      <vt:lpstr>ShorTED – Job PySpark</vt:lpstr>
      <vt:lpstr>Criticità affrontate</vt:lpstr>
      <vt:lpstr>Possibili evoluzioni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GIOVANNI TOMASONI</dc:creator>
  <cp:lastModifiedBy>FABIO GIOVANNI TOMASONI</cp:lastModifiedBy>
  <cp:revision>2</cp:revision>
  <dcterms:created xsi:type="dcterms:W3CDTF">2026-05-05T15:57:13Z</dcterms:created>
  <dcterms:modified xsi:type="dcterms:W3CDTF">2026-05-06T16:07:05Z</dcterms:modified>
</cp:coreProperties>
</file>