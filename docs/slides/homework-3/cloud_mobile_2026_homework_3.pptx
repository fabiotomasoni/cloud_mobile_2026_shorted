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2" r:id="rId6"/>
    <p:sldId id="265" r:id="rId7"/>
    <p:sldId id="264" r:id="rId8"/>
    <p:sldId id="263" r:id="rId9"/>
    <p:sldId id="261" r:id="rId10"/>
    <p:sldId id="259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svg"/><Relationship Id="rId1" Type="http://schemas.openxmlformats.org/officeDocument/2006/relationships/image" Target="../media/image11.sv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4.svg"/><Relationship Id="rId1" Type="http://schemas.openxmlformats.org/officeDocument/2006/relationships/image" Target="../media/image6.svg"/><Relationship Id="rId4" Type="http://schemas.openxmlformats.org/officeDocument/2006/relationships/image" Target="../media/image8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4.svg"/><Relationship Id="rId1" Type="http://schemas.openxmlformats.org/officeDocument/2006/relationships/image" Target="../media/image11.sv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BA5331-6EB0-4EBA-ADCD-6D825DE3C23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073E01-87B1-4267-97FF-0CC14D4F521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Obiettivo</a:t>
          </a:r>
          <a:r>
            <a:rPr lang="it-IT" dirty="0"/>
            <a:t>: Evolvere il servizio permettendo all’utente di navigare attraverso talk suggeriti.</a:t>
          </a:r>
          <a:endParaRPr lang="en-US" dirty="0"/>
        </a:p>
      </dgm:t>
    </dgm:pt>
    <dgm:pt modelId="{EA58D631-9D1A-434E-872F-5E9FCEA60086}" type="parTrans" cxnId="{C8BD5C11-C5B5-4569-BFA4-06366E497EF8}">
      <dgm:prSet/>
      <dgm:spPr/>
      <dgm:t>
        <a:bodyPr/>
        <a:lstStyle/>
        <a:p>
          <a:endParaRPr lang="en-US"/>
        </a:p>
      </dgm:t>
    </dgm:pt>
    <dgm:pt modelId="{48DD7B87-A5EF-4C38-BF6B-5063818D6524}" type="sibTrans" cxnId="{C8BD5C11-C5B5-4569-BFA4-06366E497EF8}">
      <dgm:prSet/>
      <dgm:spPr/>
      <dgm:t>
        <a:bodyPr/>
        <a:lstStyle/>
        <a:p>
          <a:endParaRPr lang="en-US"/>
        </a:p>
      </dgm:t>
    </dgm:pt>
    <dgm:pt modelId="{944FF543-89F1-4890-A380-89DC68EBD7B1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Data</a:t>
          </a:r>
          <a:r>
            <a:rPr lang="it-IT" dirty="0"/>
            <a:t> </a:t>
          </a:r>
          <a:r>
            <a:rPr lang="it-IT" b="1" dirty="0"/>
            <a:t>Strategy</a:t>
          </a:r>
          <a:r>
            <a:rPr lang="it-IT" dirty="0"/>
            <a:t>: Utilizzo di uno schema </a:t>
          </a:r>
          <a:r>
            <a:rPr lang="it-IT" dirty="0" err="1"/>
            <a:t>Mongoose</a:t>
          </a:r>
          <a:r>
            <a:rPr lang="it-IT" dirty="0"/>
            <a:t> ottimizzato che mappa i talk per tag (LF </a:t>
          </a:r>
          <a:r>
            <a:rPr lang="it-IT" dirty="0" err="1"/>
            <a:t>Get_Talks_By_Tag</a:t>
          </a:r>
          <a:r>
            <a:rPr lang="it-IT" dirty="0"/>
            <a:t>)  e per ID (LF </a:t>
          </a:r>
          <a:r>
            <a:rPr lang="it-IT" dirty="0" err="1"/>
            <a:t>Get_Watch_Next_By_ID</a:t>
          </a:r>
          <a:r>
            <a:rPr lang="it-IT" dirty="0"/>
            <a:t>).</a:t>
          </a:r>
          <a:endParaRPr lang="en-US" dirty="0"/>
        </a:p>
      </dgm:t>
    </dgm:pt>
    <dgm:pt modelId="{381F495E-67EF-4A3C-8EFF-9D51A21B530E}" type="parTrans" cxnId="{95F7BC7D-1F0A-4AF2-A35A-62C66D6F477F}">
      <dgm:prSet/>
      <dgm:spPr/>
      <dgm:t>
        <a:bodyPr/>
        <a:lstStyle/>
        <a:p>
          <a:endParaRPr lang="en-US"/>
        </a:p>
      </dgm:t>
    </dgm:pt>
    <dgm:pt modelId="{0B7E44F1-8863-4251-895D-9FFEC3EDAF4D}" type="sibTrans" cxnId="{95F7BC7D-1F0A-4AF2-A35A-62C66D6F477F}">
      <dgm:prSet/>
      <dgm:spPr/>
      <dgm:t>
        <a:bodyPr/>
        <a:lstStyle/>
        <a:p>
          <a:endParaRPr lang="en-US"/>
        </a:p>
      </dgm:t>
    </dgm:pt>
    <dgm:pt modelId="{702A4090-24E7-4E0A-B386-747BD5120B7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Infrastruttura</a:t>
          </a:r>
          <a:r>
            <a:rPr lang="it-IT" dirty="0"/>
            <a:t>: Sincronizzazione in tempo reale tra </a:t>
          </a:r>
          <a:r>
            <a:rPr lang="it-IT" dirty="0" err="1"/>
            <a:t>MongoDB</a:t>
          </a:r>
          <a:r>
            <a:rPr lang="it-IT" dirty="0"/>
            <a:t> e AWS.</a:t>
          </a:r>
          <a:endParaRPr lang="en-US" dirty="0"/>
        </a:p>
      </dgm:t>
    </dgm:pt>
    <dgm:pt modelId="{C618783B-4427-4BAF-B384-E4430FC6032E}" type="parTrans" cxnId="{F498C014-DE6C-41D7-8645-5DB619DECBA1}">
      <dgm:prSet/>
      <dgm:spPr/>
      <dgm:t>
        <a:bodyPr/>
        <a:lstStyle/>
        <a:p>
          <a:endParaRPr lang="en-US"/>
        </a:p>
      </dgm:t>
    </dgm:pt>
    <dgm:pt modelId="{120CDAFC-AF4C-44D3-B72B-40F4284243CB}" type="sibTrans" cxnId="{F498C014-DE6C-41D7-8645-5DB619DECBA1}">
      <dgm:prSet/>
      <dgm:spPr/>
      <dgm:t>
        <a:bodyPr/>
        <a:lstStyle/>
        <a:p>
          <a:endParaRPr lang="en-US"/>
        </a:p>
      </dgm:t>
    </dgm:pt>
    <dgm:pt modelId="{4377AAFE-7F04-49BA-A330-4E5D0838ECAD}" type="pres">
      <dgm:prSet presAssocID="{05BA5331-6EB0-4EBA-ADCD-6D825DE3C238}" presName="root" presStyleCnt="0">
        <dgm:presLayoutVars>
          <dgm:dir/>
          <dgm:resizeHandles val="exact"/>
        </dgm:presLayoutVars>
      </dgm:prSet>
      <dgm:spPr/>
    </dgm:pt>
    <dgm:pt modelId="{98B1BC83-2F95-443A-AE33-47CFEE94C226}" type="pres">
      <dgm:prSet presAssocID="{50073E01-87B1-4267-97FF-0CC14D4F5218}" presName="compNode" presStyleCnt="0"/>
      <dgm:spPr/>
    </dgm:pt>
    <dgm:pt modelId="{C2EED9A2-AF89-405B-AD58-6AD124E1DA20}" type="pres">
      <dgm:prSet presAssocID="{50073E01-87B1-4267-97FF-0CC14D4F5218}" presName="bgRect" presStyleLbl="bgShp" presStyleIdx="0" presStyleCnt="3"/>
      <dgm:spPr/>
    </dgm:pt>
    <dgm:pt modelId="{CB5C8B45-6EEC-4724-983C-603195E72A7B}" type="pres">
      <dgm:prSet presAssocID="{50073E01-87B1-4267-97FF-0CC14D4F521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biettivo"/>
        </a:ext>
      </dgm:extLst>
    </dgm:pt>
    <dgm:pt modelId="{30A96ED2-CC13-461D-B891-83DE874FA17D}" type="pres">
      <dgm:prSet presAssocID="{50073E01-87B1-4267-97FF-0CC14D4F5218}" presName="spaceRect" presStyleCnt="0"/>
      <dgm:spPr/>
    </dgm:pt>
    <dgm:pt modelId="{AE8153A3-6ECC-47A7-BC9F-B7263DED5A48}" type="pres">
      <dgm:prSet presAssocID="{50073E01-87B1-4267-97FF-0CC14D4F5218}" presName="parTx" presStyleLbl="revTx" presStyleIdx="0" presStyleCnt="3">
        <dgm:presLayoutVars>
          <dgm:chMax val="0"/>
          <dgm:chPref val="0"/>
        </dgm:presLayoutVars>
      </dgm:prSet>
      <dgm:spPr/>
    </dgm:pt>
    <dgm:pt modelId="{57C032DE-5E35-4AAB-A479-77FE955F6B1E}" type="pres">
      <dgm:prSet presAssocID="{48DD7B87-A5EF-4C38-BF6B-5063818D6524}" presName="sibTrans" presStyleCnt="0"/>
      <dgm:spPr/>
    </dgm:pt>
    <dgm:pt modelId="{66E5F6B2-26D9-4424-80CF-3741FA852B1F}" type="pres">
      <dgm:prSet presAssocID="{944FF543-89F1-4890-A380-89DC68EBD7B1}" presName="compNode" presStyleCnt="0"/>
      <dgm:spPr/>
    </dgm:pt>
    <dgm:pt modelId="{23D14F75-43A3-4766-AD9D-F7E01DA30BC7}" type="pres">
      <dgm:prSet presAssocID="{944FF543-89F1-4890-A380-89DC68EBD7B1}" presName="bgRect" presStyleLbl="bgShp" presStyleIdx="1" presStyleCnt="3" custLinFactNeighborY="-2765"/>
      <dgm:spPr/>
    </dgm:pt>
    <dgm:pt modelId="{D50C0A4A-B1A1-4840-8113-B90669929096}" type="pres">
      <dgm:prSet presAssocID="{944FF543-89F1-4890-A380-89DC68EBD7B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5656F71-1327-4357-A65E-6101169F0037}" type="pres">
      <dgm:prSet presAssocID="{944FF543-89F1-4890-A380-89DC68EBD7B1}" presName="spaceRect" presStyleCnt="0"/>
      <dgm:spPr/>
    </dgm:pt>
    <dgm:pt modelId="{1E84C248-BD75-4A71-9B29-F5F503BE2B9A}" type="pres">
      <dgm:prSet presAssocID="{944FF543-89F1-4890-A380-89DC68EBD7B1}" presName="parTx" presStyleLbl="revTx" presStyleIdx="1" presStyleCnt="3">
        <dgm:presLayoutVars>
          <dgm:chMax val="0"/>
          <dgm:chPref val="0"/>
        </dgm:presLayoutVars>
      </dgm:prSet>
      <dgm:spPr/>
    </dgm:pt>
    <dgm:pt modelId="{1BEFFD47-8673-40FF-A4B1-6E366D06E6C0}" type="pres">
      <dgm:prSet presAssocID="{0B7E44F1-8863-4251-895D-9FFEC3EDAF4D}" presName="sibTrans" presStyleCnt="0"/>
      <dgm:spPr/>
    </dgm:pt>
    <dgm:pt modelId="{8151DD68-A861-4B6C-8FDE-911F29F1B348}" type="pres">
      <dgm:prSet presAssocID="{702A4090-24E7-4E0A-B386-747BD5120B78}" presName="compNode" presStyleCnt="0"/>
      <dgm:spPr/>
    </dgm:pt>
    <dgm:pt modelId="{A7343515-2BB4-42D5-8D00-38D020A689DB}" type="pres">
      <dgm:prSet presAssocID="{702A4090-24E7-4E0A-B386-747BD5120B78}" presName="bgRect" presStyleLbl="bgShp" presStyleIdx="2" presStyleCnt="3"/>
      <dgm:spPr/>
    </dgm:pt>
    <dgm:pt modelId="{C1F27BF8-0A8D-484F-97E2-551181A5B26C}" type="pres">
      <dgm:prSet presAssocID="{702A4090-24E7-4E0A-B386-747BD5120B7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9FD9B95-70F6-421C-B600-1AEECBDB6D7C}" type="pres">
      <dgm:prSet presAssocID="{702A4090-24E7-4E0A-B386-747BD5120B78}" presName="spaceRect" presStyleCnt="0"/>
      <dgm:spPr/>
    </dgm:pt>
    <dgm:pt modelId="{B00C82AC-7541-4095-9319-36DD762B3B42}" type="pres">
      <dgm:prSet presAssocID="{702A4090-24E7-4E0A-B386-747BD5120B7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8BD5C11-C5B5-4569-BFA4-06366E497EF8}" srcId="{05BA5331-6EB0-4EBA-ADCD-6D825DE3C238}" destId="{50073E01-87B1-4267-97FF-0CC14D4F5218}" srcOrd="0" destOrd="0" parTransId="{EA58D631-9D1A-434E-872F-5E9FCEA60086}" sibTransId="{48DD7B87-A5EF-4C38-BF6B-5063818D6524}"/>
    <dgm:cxn modelId="{F498C014-DE6C-41D7-8645-5DB619DECBA1}" srcId="{05BA5331-6EB0-4EBA-ADCD-6D825DE3C238}" destId="{702A4090-24E7-4E0A-B386-747BD5120B78}" srcOrd="2" destOrd="0" parTransId="{C618783B-4427-4BAF-B384-E4430FC6032E}" sibTransId="{120CDAFC-AF4C-44D3-B72B-40F4284243CB}"/>
    <dgm:cxn modelId="{84CF585B-57A8-455F-A64C-5E1190CF9AB7}" type="presOf" srcId="{05BA5331-6EB0-4EBA-ADCD-6D825DE3C238}" destId="{4377AAFE-7F04-49BA-A330-4E5D0838ECAD}" srcOrd="0" destOrd="0" presId="urn:microsoft.com/office/officeart/2018/2/layout/IconVerticalSolidList"/>
    <dgm:cxn modelId="{95F7BC7D-1F0A-4AF2-A35A-62C66D6F477F}" srcId="{05BA5331-6EB0-4EBA-ADCD-6D825DE3C238}" destId="{944FF543-89F1-4890-A380-89DC68EBD7B1}" srcOrd="1" destOrd="0" parTransId="{381F495E-67EF-4A3C-8EFF-9D51A21B530E}" sibTransId="{0B7E44F1-8863-4251-895D-9FFEC3EDAF4D}"/>
    <dgm:cxn modelId="{4AB840A8-5681-4FA0-810E-11EE7E8876F0}" type="presOf" srcId="{944FF543-89F1-4890-A380-89DC68EBD7B1}" destId="{1E84C248-BD75-4A71-9B29-F5F503BE2B9A}" srcOrd="0" destOrd="0" presId="urn:microsoft.com/office/officeart/2018/2/layout/IconVerticalSolidList"/>
    <dgm:cxn modelId="{C2152FB7-C211-4FE2-8FE1-A797BAC0D439}" type="presOf" srcId="{702A4090-24E7-4E0A-B386-747BD5120B78}" destId="{B00C82AC-7541-4095-9319-36DD762B3B42}" srcOrd="0" destOrd="0" presId="urn:microsoft.com/office/officeart/2018/2/layout/IconVerticalSolidList"/>
    <dgm:cxn modelId="{FEECB9D7-5E48-4B0F-AABB-106D2D60BA21}" type="presOf" srcId="{50073E01-87B1-4267-97FF-0CC14D4F5218}" destId="{AE8153A3-6ECC-47A7-BC9F-B7263DED5A48}" srcOrd="0" destOrd="0" presId="urn:microsoft.com/office/officeart/2018/2/layout/IconVerticalSolidList"/>
    <dgm:cxn modelId="{6FD3909B-5D24-4F50-A1B3-3DE6BB07D8CE}" type="presParOf" srcId="{4377AAFE-7F04-49BA-A330-4E5D0838ECAD}" destId="{98B1BC83-2F95-443A-AE33-47CFEE94C226}" srcOrd="0" destOrd="0" presId="urn:microsoft.com/office/officeart/2018/2/layout/IconVerticalSolidList"/>
    <dgm:cxn modelId="{85452724-5996-427A-BA52-5283FC556B61}" type="presParOf" srcId="{98B1BC83-2F95-443A-AE33-47CFEE94C226}" destId="{C2EED9A2-AF89-405B-AD58-6AD124E1DA20}" srcOrd="0" destOrd="0" presId="urn:microsoft.com/office/officeart/2018/2/layout/IconVerticalSolidList"/>
    <dgm:cxn modelId="{7D899477-8095-43B8-9CD5-4B89E7C32E28}" type="presParOf" srcId="{98B1BC83-2F95-443A-AE33-47CFEE94C226}" destId="{CB5C8B45-6EEC-4724-983C-603195E72A7B}" srcOrd="1" destOrd="0" presId="urn:microsoft.com/office/officeart/2018/2/layout/IconVerticalSolidList"/>
    <dgm:cxn modelId="{30121940-985C-4D3A-901C-5E5F27F910C9}" type="presParOf" srcId="{98B1BC83-2F95-443A-AE33-47CFEE94C226}" destId="{30A96ED2-CC13-461D-B891-83DE874FA17D}" srcOrd="2" destOrd="0" presId="urn:microsoft.com/office/officeart/2018/2/layout/IconVerticalSolidList"/>
    <dgm:cxn modelId="{2ACF0CDD-3DBA-46AD-B2A5-0A283C3B5887}" type="presParOf" srcId="{98B1BC83-2F95-443A-AE33-47CFEE94C226}" destId="{AE8153A3-6ECC-47A7-BC9F-B7263DED5A48}" srcOrd="3" destOrd="0" presId="urn:microsoft.com/office/officeart/2018/2/layout/IconVerticalSolidList"/>
    <dgm:cxn modelId="{1E21AC3A-5F5B-4227-A959-41D65054B891}" type="presParOf" srcId="{4377AAFE-7F04-49BA-A330-4E5D0838ECAD}" destId="{57C032DE-5E35-4AAB-A479-77FE955F6B1E}" srcOrd="1" destOrd="0" presId="urn:microsoft.com/office/officeart/2018/2/layout/IconVerticalSolidList"/>
    <dgm:cxn modelId="{49D7E479-9851-4DB3-B322-802CD300CA69}" type="presParOf" srcId="{4377AAFE-7F04-49BA-A330-4E5D0838ECAD}" destId="{66E5F6B2-26D9-4424-80CF-3741FA852B1F}" srcOrd="2" destOrd="0" presId="urn:microsoft.com/office/officeart/2018/2/layout/IconVerticalSolidList"/>
    <dgm:cxn modelId="{D80AB5E3-2FCE-4C39-AE5E-3D5181F3FBFE}" type="presParOf" srcId="{66E5F6B2-26D9-4424-80CF-3741FA852B1F}" destId="{23D14F75-43A3-4766-AD9D-F7E01DA30BC7}" srcOrd="0" destOrd="0" presId="urn:microsoft.com/office/officeart/2018/2/layout/IconVerticalSolidList"/>
    <dgm:cxn modelId="{63F365D3-3831-4217-AB49-33BB3374084F}" type="presParOf" srcId="{66E5F6B2-26D9-4424-80CF-3741FA852B1F}" destId="{D50C0A4A-B1A1-4840-8113-B90669929096}" srcOrd="1" destOrd="0" presId="urn:microsoft.com/office/officeart/2018/2/layout/IconVerticalSolidList"/>
    <dgm:cxn modelId="{BDD97F7D-6C18-4E66-95FA-9B611BB21559}" type="presParOf" srcId="{66E5F6B2-26D9-4424-80CF-3741FA852B1F}" destId="{B5656F71-1327-4357-A65E-6101169F0037}" srcOrd="2" destOrd="0" presId="urn:microsoft.com/office/officeart/2018/2/layout/IconVerticalSolidList"/>
    <dgm:cxn modelId="{A690689E-E253-46E6-A993-E0D273772BEC}" type="presParOf" srcId="{66E5F6B2-26D9-4424-80CF-3741FA852B1F}" destId="{1E84C248-BD75-4A71-9B29-F5F503BE2B9A}" srcOrd="3" destOrd="0" presId="urn:microsoft.com/office/officeart/2018/2/layout/IconVerticalSolidList"/>
    <dgm:cxn modelId="{A7ABC985-0B37-49BE-8A13-9322EDF0AA1E}" type="presParOf" srcId="{4377AAFE-7F04-49BA-A330-4E5D0838ECAD}" destId="{1BEFFD47-8673-40FF-A4B1-6E366D06E6C0}" srcOrd="3" destOrd="0" presId="urn:microsoft.com/office/officeart/2018/2/layout/IconVerticalSolidList"/>
    <dgm:cxn modelId="{3F4E53B6-3598-43EF-A4CF-D61757289B64}" type="presParOf" srcId="{4377AAFE-7F04-49BA-A330-4E5D0838ECAD}" destId="{8151DD68-A861-4B6C-8FDE-911F29F1B348}" srcOrd="4" destOrd="0" presId="urn:microsoft.com/office/officeart/2018/2/layout/IconVerticalSolidList"/>
    <dgm:cxn modelId="{86820015-BE7F-4F12-B6CC-3AA64BD2D127}" type="presParOf" srcId="{8151DD68-A861-4B6C-8FDE-911F29F1B348}" destId="{A7343515-2BB4-42D5-8D00-38D020A689DB}" srcOrd="0" destOrd="0" presId="urn:microsoft.com/office/officeart/2018/2/layout/IconVerticalSolidList"/>
    <dgm:cxn modelId="{FF849D2E-3103-4423-BADD-023D11188222}" type="presParOf" srcId="{8151DD68-A861-4B6C-8FDE-911F29F1B348}" destId="{C1F27BF8-0A8D-484F-97E2-551181A5B26C}" srcOrd="1" destOrd="0" presId="urn:microsoft.com/office/officeart/2018/2/layout/IconVerticalSolidList"/>
    <dgm:cxn modelId="{EAA64E8E-4440-4F3D-B2A1-4721878A922F}" type="presParOf" srcId="{8151DD68-A861-4B6C-8FDE-911F29F1B348}" destId="{89FD9B95-70F6-421C-B600-1AEECBDB6D7C}" srcOrd="2" destOrd="0" presId="urn:microsoft.com/office/officeart/2018/2/layout/IconVerticalSolidList"/>
    <dgm:cxn modelId="{D41D3C97-15E2-4A68-A7A3-0E5018728B81}" type="presParOf" srcId="{8151DD68-A861-4B6C-8FDE-911F29F1B348}" destId="{B00C82AC-7541-4095-9319-36DD762B3B4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B30E09-045C-47CF-B5F8-BDDF085A8308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DCFB06-B537-484C-8C98-B6C7921A64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Lambda Deployment</a:t>
          </a:r>
          <a:r>
            <a:rPr lang="en-US"/>
            <a:t>: Funzione in Node.js, configurazione DB connection e layer necessari per Mongoose.</a:t>
          </a:r>
        </a:p>
      </dgm:t>
    </dgm:pt>
    <dgm:pt modelId="{247259AC-F386-427F-8ADA-EC124A479C11}" type="parTrans" cxnId="{E75CA5CF-434A-43C8-8203-84050FCD84D0}">
      <dgm:prSet/>
      <dgm:spPr/>
      <dgm:t>
        <a:bodyPr/>
        <a:lstStyle/>
        <a:p>
          <a:endParaRPr lang="en-US"/>
        </a:p>
      </dgm:t>
    </dgm:pt>
    <dgm:pt modelId="{13030928-7297-4836-B14C-CA583F75B086}" type="sibTrans" cxnId="{E75CA5CF-434A-43C8-8203-84050FCD84D0}">
      <dgm:prSet/>
      <dgm:spPr/>
      <dgm:t>
        <a:bodyPr/>
        <a:lstStyle/>
        <a:p>
          <a:endParaRPr lang="en-US"/>
        </a:p>
      </dgm:t>
    </dgm:pt>
    <dgm:pt modelId="{F2CE8193-6D0F-41FD-A834-828C9246FB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Logica API:</a:t>
          </a:r>
          <a:r>
            <a:rPr lang="en-US"/>
            <a:t> Implementazione pagina dinamica per gestire grandi volumi.</a:t>
          </a:r>
        </a:p>
      </dgm:t>
    </dgm:pt>
    <dgm:pt modelId="{AF0CFB11-2550-4ADD-91C7-662CC9E15DF5}" type="parTrans" cxnId="{06AE83D2-56C5-4706-AB87-92241E3C7CF5}">
      <dgm:prSet/>
      <dgm:spPr/>
      <dgm:t>
        <a:bodyPr/>
        <a:lstStyle/>
        <a:p>
          <a:endParaRPr lang="en-US"/>
        </a:p>
      </dgm:t>
    </dgm:pt>
    <dgm:pt modelId="{B5E6BCCF-63E9-4DB1-9F45-A460F9C7B78F}" type="sibTrans" cxnId="{06AE83D2-56C5-4706-AB87-92241E3C7CF5}">
      <dgm:prSet/>
      <dgm:spPr/>
      <dgm:t>
        <a:bodyPr/>
        <a:lstStyle/>
        <a:p>
          <a:endParaRPr lang="en-US"/>
        </a:p>
      </dgm:t>
    </dgm:pt>
    <dgm:pt modelId="{11D9D731-4960-4377-AC4C-5F8AE50FF6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Esposizione:</a:t>
          </a:r>
          <a:r>
            <a:rPr lang="en-US"/>
            <a:t> Endpoint REST esposto via API Gateway e testato con Postman.</a:t>
          </a:r>
        </a:p>
      </dgm:t>
    </dgm:pt>
    <dgm:pt modelId="{E7011855-9D81-4C75-835C-697FCAF96AA9}" type="parTrans" cxnId="{793F8359-A7FF-45F4-B8A9-F5D6B1FE0EBE}">
      <dgm:prSet/>
      <dgm:spPr/>
      <dgm:t>
        <a:bodyPr/>
        <a:lstStyle/>
        <a:p>
          <a:endParaRPr lang="en-US"/>
        </a:p>
      </dgm:t>
    </dgm:pt>
    <dgm:pt modelId="{C2887A86-6FF1-4719-93E2-15807A3187F8}" type="sibTrans" cxnId="{793F8359-A7FF-45F4-B8A9-F5D6B1FE0EBE}">
      <dgm:prSet/>
      <dgm:spPr/>
      <dgm:t>
        <a:bodyPr/>
        <a:lstStyle/>
        <a:p>
          <a:endParaRPr lang="en-US"/>
        </a:p>
      </dgm:t>
    </dgm:pt>
    <dgm:pt modelId="{EB28AAF4-786D-4E39-910E-374D70060C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User Experience</a:t>
          </a:r>
          <a:r>
            <a:rPr lang="en-US"/>
            <a:t>: L’utente viene guidato nella visione di contenuti affini al video che sta visualizzando. </a:t>
          </a:r>
        </a:p>
      </dgm:t>
    </dgm:pt>
    <dgm:pt modelId="{39356513-7347-4949-8929-F1318ABB9B2C}" type="parTrans" cxnId="{BC0DCD44-5BAC-4853-B29E-E88BF9015777}">
      <dgm:prSet/>
      <dgm:spPr/>
      <dgm:t>
        <a:bodyPr/>
        <a:lstStyle/>
        <a:p>
          <a:endParaRPr lang="en-US"/>
        </a:p>
      </dgm:t>
    </dgm:pt>
    <dgm:pt modelId="{6EAD4B7C-29AB-433C-98AF-BF12036A20FE}" type="sibTrans" cxnId="{BC0DCD44-5BAC-4853-B29E-E88BF9015777}">
      <dgm:prSet/>
      <dgm:spPr/>
      <dgm:t>
        <a:bodyPr/>
        <a:lstStyle/>
        <a:p>
          <a:endParaRPr lang="en-US"/>
        </a:p>
      </dgm:t>
    </dgm:pt>
    <dgm:pt modelId="{92031BBB-5630-46D0-81E8-0B7AC0B3E903}" type="pres">
      <dgm:prSet presAssocID="{86B30E09-045C-47CF-B5F8-BDDF085A8308}" presName="root" presStyleCnt="0">
        <dgm:presLayoutVars>
          <dgm:dir/>
          <dgm:resizeHandles val="exact"/>
        </dgm:presLayoutVars>
      </dgm:prSet>
      <dgm:spPr/>
    </dgm:pt>
    <dgm:pt modelId="{91A64024-C158-48FA-9AC0-9A62EB3EB6C5}" type="pres">
      <dgm:prSet presAssocID="{66DCFB06-B537-484C-8C98-B6C7921A64AB}" presName="compNode" presStyleCnt="0"/>
      <dgm:spPr/>
    </dgm:pt>
    <dgm:pt modelId="{7D9C8A7E-B0FE-401A-8FB7-0760ABEDDDAE}" type="pres">
      <dgm:prSet presAssocID="{66DCFB06-B537-484C-8C98-B6C7921A64A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atore"/>
        </a:ext>
      </dgm:extLst>
    </dgm:pt>
    <dgm:pt modelId="{1367758B-9E43-4D3D-A6FF-180656A3AF8D}" type="pres">
      <dgm:prSet presAssocID="{66DCFB06-B537-484C-8C98-B6C7921A64AB}" presName="spaceRect" presStyleCnt="0"/>
      <dgm:spPr/>
    </dgm:pt>
    <dgm:pt modelId="{D399838B-30EC-4278-B90A-7EF3082EF59E}" type="pres">
      <dgm:prSet presAssocID="{66DCFB06-B537-484C-8C98-B6C7921A64AB}" presName="textRect" presStyleLbl="revTx" presStyleIdx="0" presStyleCnt="4">
        <dgm:presLayoutVars>
          <dgm:chMax val="1"/>
          <dgm:chPref val="1"/>
        </dgm:presLayoutVars>
      </dgm:prSet>
      <dgm:spPr/>
    </dgm:pt>
    <dgm:pt modelId="{B0E7DF7F-E2B9-4D78-BC30-00FBB10FAB49}" type="pres">
      <dgm:prSet presAssocID="{13030928-7297-4836-B14C-CA583F75B086}" presName="sibTrans" presStyleCnt="0"/>
      <dgm:spPr/>
    </dgm:pt>
    <dgm:pt modelId="{99D8000A-01FA-48E5-828F-2D929E11B9F3}" type="pres">
      <dgm:prSet presAssocID="{F2CE8193-6D0F-41FD-A834-828C9246FB33}" presName="compNode" presStyleCnt="0"/>
      <dgm:spPr/>
    </dgm:pt>
    <dgm:pt modelId="{92A31920-121E-4C36-92EC-E7BB2EC476F4}" type="pres">
      <dgm:prSet presAssocID="{F2CE8193-6D0F-41FD-A834-828C9246FB3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4C7BAF7-230A-4BAE-98EC-FC561817BC9D}" type="pres">
      <dgm:prSet presAssocID="{F2CE8193-6D0F-41FD-A834-828C9246FB33}" presName="spaceRect" presStyleCnt="0"/>
      <dgm:spPr/>
    </dgm:pt>
    <dgm:pt modelId="{A4028D2E-2B18-4517-9DCA-8BA9F211408D}" type="pres">
      <dgm:prSet presAssocID="{F2CE8193-6D0F-41FD-A834-828C9246FB33}" presName="textRect" presStyleLbl="revTx" presStyleIdx="1" presStyleCnt="4">
        <dgm:presLayoutVars>
          <dgm:chMax val="1"/>
          <dgm:chPref val="1"/>
        </dgm:presLayoutVars>
      </dgm:prSet>
      <dgm:spPr/>
    </dgm:pt>
    <dgm:pt modelId="{B3F258CD-DC91-401A-83EE-67F6754B19D1}" type="pres">
      <dgm:prSet presAssocID="{B5E6BCCF-63E9-4DB1-9F45-A460F9C7B78F}" presName="sibTrans" presStyleCnt="0"/>
      <dgm:spPr/>
    </dgm:pt>
    <dgm:pt modelId="{7F180DC9-4E83-4A52-A76A-1B86F624C67A}" type="pres">
      <dgm:prSet presAssocID="{11D9D731-4960-4377-AC4C-5F8AE50FF66E}" presName="compNode" presStyleCnt="0"/>
      <dgm:spPr/>
    </dgm:pt>
    <dgm:pt modelId="{E8949E79-3EA8-49DF-ABE9-E61930C31295}" type="pres">
      <dgm:prSet presAssocID="{11D9D731-4960-4377-AC4C-5F8AE50FF66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e with hive"/>
        </a:ext>
      </dgm:extLst>
    </dgm:pt>
    <dgm:pt modelId="{1B06FBB2-556E-4BD7-A66D-F8DF28A6E6E0}" type="pres">
      <dgm:prSet presAssocID="{11D9D731-4960-4377-AC4C-5F8AE50FF66E}" presName="spaceRect" presStyleCnt="0"/>
      <dgm:spPr/>
    </dgm:pt>
    <dgm:pt modelId="{4EC0FF2B-B494-4071-A875-AA9A218EAFDA}" type="pres">
      <dgm:prSet presAssocID="{11D9D731-4960-4377-AC4C-5F8AE50FF66E}" presName="textRect" presStyleLbl="revTx" presStyleIdx="2" presStyleCnt="4">
        <dgm:presLayoutVars>
          <dgm:chMax val="1"/>
          <dgm:chPref val="1"/>
        </dgm:presLayoutVars>
      </dgm:prSet>
      <dgm:spPr/>
    </dgm:pt>
    <dgm:pt modelId="{631DF55A-F0B3-49C9-A8E4-11E87E03006F}" type="pres">
      <dgm:prSet presAssocID="{C2887A86-6FF1-4719-93E2-15807A3187F8}" presName="sibTrans" presStyleCnt="0"/>
      <dgm:spPr/>
    </dgm:pt>
    <dgm:pt modelId="{B176D67F-D780-432E-B49E-6264C0594168}" type="pres">
      <dgm:prSet presAssocID="{EB28AAF4-786D-4E39-910E-374D70060C59}" presName="compNode" presStyleCnt="0"/>
      <dgm:spPr/>
    </dgm:pt>
    <dgm:pt modelId="{9A7C702D-52D2-45D9-AAD6-8157C1B7E00C}" type="pres">
      <dgm:prSet presAssocID="{EB28AAF4-786D-4E39-910E-374D70060C5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15D9B865-1154-4E36-B040-9AA4E103589B}" type="pres">
      <dgm:prSet presAssocID="{EB28AAF4-786D-4E39-910E-374D70060C59}" presName="spaceRect" presStyleCnt="0"/>
      <dgm:spPr/>
    </dgm:pt>
    <dgm:pt modelId="{98C67D0B-35F0-4FDB-97BB-723D5101706D}" type="pres">
      <dgm:prSet presAssocID="{EB28AAF4-786D-4E39-910E-374D70060C5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C0DCD44-5BAC-4853-B29E-E88BF9015777}" srcId="{86B30E09-045C-47CF-B5F8-BDDF085A8308}" destId="{EB28AAF4-786D-4E39-910E-374D70060C59}" srcOrd="3" destOrd="0" parTransId="{39356513-7347-4949-8929-F1318ABB9B2C}" sibTransId="{6EAD4B7C-29AB-433C-98AF-BF12036A20FE}"/>
    <dgm:cxn modelId="{50089B4A-5CB0-4BDE-926D-E5D903895039}" type="presOf" srcId="{F2CE8193-6D0F-41FD-A834-828C9246FB33}" destId="{A4028D2E-2B18-4517-9DCA-8BA9F211408D}" srcOrd="0" destOrd="0" presId="urn:microsoft.com/office/officeart/2018/2/layout/IconLabelList"/>
    <dgm:cxn modelId="{793F8359-A7FF-45F4-B8A9-F5D6B1FE0EBE}" srcId="{86B30E09-045C-47CF-B5F8-BDDF085A8308}" destId="{11D9D731-4960-4377-AC4C-5F8AE50FF66E}" srcOrd="2" destOrd="0" parTransId="{E7011855-9D81-4C75-835C-697FCAF96AA9}" sibTransId="{C2887A86-6FF1-4719-93E2-15807A3187F8}"/>
    <dgm:cxn modelId="{05B645B8-F9A7-498D-89A8-D81AAA109E04}" type="presOf" srcId="{66DCFB06-B537-484C-8C98-B6C7921A64AB}" destId="{D399838B-30EC-4278-B90A-7EF3082EF59E}" srcOrd="0" destOrd="0" presId="urn:microsoft.com/office/officeart/2018/2/layout/IconLabelList"/>
    <dgm:cxn modelId="{D8D02BC5-3B7B-45F4-9278-483695B254B8}" type="presOf" srcId="{11D9D731-4960-4377-AC4C-5F8AE50FF66E}" destId="{4EC0FF2B-B494-4071-A875-AA9A218EAFDA}" srcOrd="0" destOrd="0" presId="urn:microsoft.com/office/officeart/2018/2/layout/IconLabelList"/>
    <dgm:cxn modelId="{E75CA5CF-434A-43C8-8203-84050FCD84D0}" srcId="{86B30E09-045C-47CF-B5F8-BDDF085A8308}" destId="{66DCFB06-B537-484C-8C98-B6C7921A64AB}" srcOrd="0" destOrd="0" parTransId="{247259AC-F386-427F-8ADA-EC124A479C11}" sibTransId="{13030928-7297-4836-B14C-CA583F75B086}"/>
    <dgm:cxn modelId="{06AE83D2-56C5-4706-AB87-92241E3C7CF5}" srcId="{86B30E09-045C-47CF-B5F8-BDDF085A8308}" destId="{F2CE8193-6D0F-41FD-A834-828C9246FB33}" srcOrd="1" destOrd="0" parTransId="{AF0CFB11-2550-4ADD-91C7-662CC9E15DF5}" sibTransId="{B5E6BCCF-63E9-4DB1-9F45-A460F9C7B78F}"/>
    <dgm:cxn modelId="{51802AD4-D15C-4AEF-A759-E60AE7B59D51}" type="presOf" srcId="{EB28AAF4-786D-4E39-910E-374D70060C59}" destId="{98C67D0B-35F0-4FDB-97BB-723D5101706D}" srcOrd="0" destOrd="0" presId="urn:microsoft.com/office/officeart/2018/2/layout/IconLabelList"/>
    <dgm:cxn modelId="{F6C111D8-11A8-46D5-A6DD-C5F5AFCA95AA}" type="presOf" srcId="{86B30E09-045C-47CF-B5F8-BDDF085A8308}" destId="{92031BBB-5630-46D0-81E8-0B7AC0B3E903}" srcOrd="0" destOrd="0" presId="urn:microsoft.com/office/officeart/2018/2/layout/IconLabelList"/>
    <dgm:cxn modelId="{3D9FF9F1-CAA4-4A05-B907-C5C752B71FE8}" type="presParOf" srcId="{92031BBB-5630-46D0-81E8-0B7AC0B3E903}" destId="{91A64024-C158-48FA-9AC0-9A62EB3EB6C5}" srcOrd="0" destOrd="0" presId="urn:microsoft.com/office/officeart/2018/2/layout/IconLabelList"/>
    <dgm:cxn modelId="{8A77952F-ED4B-429A-B0FE-87CF52FC9BCE}" type="presParOf" srcId="{91A64024-C158-48FA-9AC0-9A62EB3EB6C5}" destId="{7D9C8A7E-B0FE-401A-8FB7-0760ABEDDDAE}" srcOrd="0" destOrd="0" presId="urn:microsoft.com/office/officeart/2018/2/layout/IconLabelList"/>
    <dgm:cxn modelId="{A59F4398-541E-4A0B-A7DE-43A28EBE58BF}" type="presParOf" srcId="{91A64024-C158-48FA-9AC0-9A62EB3EB6C5}" destId="{1367758B-9E43-4D3D-A6FF-180656A3AF8D}" srcOrd="1" destOrd="0" presId="urn:microsoft.com/office/officeart/2018/2/layout/IconLabelList"/>
    <dgm:cxn modelId="{FF3FE42E-17F9-4AC4-98A2-7B9A4545DCED}" type="presParOf" srcId="{91A64024-C158-48FA-9AC0-9A62EB3EB6C5}" destId="{D399838B-30EC-4278-B90A-7EF3082EF59E}" srcOrd="2" destOrd="0" presId="urn:microsoft.com/office/officeart/2018/2/layout/IconLabelList"/>
    <dgm:cxn modelId="{4DF40200-BB89-46A0-AB22-72D730E60ABD}" type="presParOf" srcId="{92031BBB-5630-46D0-81E8-0B7AC0B3E903}" destId="{B0E7DF7F-E2B9-4D78-BC30-00FBB10FAB49}" srcOrd="1" destOrd="0" presId="urn:microsoft.com/office/officeart/2018/2/layout/IconLabelList"/>
    <dgm:cxn modelId="{648DBEEC-4A2E-4314-9E86-9561C855987F}" type="presParOf" srcId="{92031BBB-5630-46D0-81E8-0B7AC0B3E903}" destId="{99D8000A-01FA-48E5-828F-2D929E11B9F3}" srcOrd="2" destOrd="0" presId="urn:microsoft.com/office/officeart/2018/2/layout/IconLabelList"/>
    <dgm:cxn modelId="{96836335-B6C0-4CA1-9AB3-1781E7D73508}" type="presParOf" srcId="{99D8000A-01FA-48E5-828F-2D929E11B9F3}" destId="{92A31920-121E-4C36-92EC-E7BB2EC476F4}" srcOrd="0" destOrd="0" presId="urn:microsoft.com/office/officeart/2018/2/layout/IconLabelList"/>
    <dgm:cxn modelId="{6677E312-58F2-4431-B24B-76BE48068262}" type="presParOf" srcId="{99D8000A-01FA-48E5-828F-2D929E11B9F3}" destId="{D4C7BAF7-230A-4BAE-98EC-FC561817BC9D}" srcOrd="1" destOrd="0" presId="urn:microsoft.com/office/officeart/2018/2/layout/IconLabelList"/>
    <dgm:cxn modelId="{211E1F2B-1C4A-416E-B26C-DB7C1D550588}" type="presParOf" srcId="{99D8000A-01FA-48E5-828F-2D929E11B9F3}" destId="{A4028D2E-2B18-4517-9DCA-8BA9F211408D}" srcOrd="2" destOrd="0" presId="urn:microsoft.com/office/officeart/2018/2/layout/IconLabelList"/>
    <dgm:cxn modelId="{A26A01FC-F07F-4624-8E2D-95F2D431FC3A}" type="presParOf" srcId="{92031BBB-5630-46D0-81E8-0B7AC0B3E903}" destId="{B3F258CD-DC91-401A-83EE-67F6754B19D1}" srcOrd="3" destOrd="0" presId="urn:microsoft.com/office/officeart/2018/2/layout/IconLabelList"/>
    <dgm:cxn modelId="{D1A01AE3-DE30-46DF-A51B-FE519FB50CB8}" type="presParOf" srcId="{92031BBB-5630-46D0-81E8-0B7AC0B3E903}" destId="{7F180DC9-4E83-4A52-A76A-1B86F624C67A}" srcOrd="4" destOrd="0" presId="urn:microsoft.com/office/officeart/2018/2/layout/IconLabelList"/>
    <dgm:cxn modelId="{45DE5A5C-5542-462E-B0BA-7B5AA6AF7DD4}" type="presParOf" srcId="{7F180DC9-4E83-4A52-A76A-1B86F624C67A}" destId="{E8949E79-3EA8-49DF-ABE9-E61930C31295}" srcOrd="0" destOrd="0" presId="urn:microsoft.com/office/officeart/2018/2/layout/IconLabelList"/>
    <dgm:cxn modelId="{6C07A793-B166-4479-AA8D-E74B4F30795F}" type="presParOf" srcId="{7F180DC9-4E83-4A52-A76A-1B86F624C67A}" destId="{1B06FBB2-556E-4BD7-A66D-F8DF28A6E6E0}" srcOrd="1" destOrd="0" presId="urn:microsoft.com/office/officeart/2018/2/layout/IconLabelList"/>
    <dgm:cxn modelId="{9D6CB16E-EBA1-40EE-9014-70D64CD23371}" type="presParOf" srcId="{7F180DC9-4E83-4A52-A76A-1B86F624C67A}" destId="{4EC0FF2B-B494-4071-A875-AA9A218EAFDA}" srcOrd="2" destOrd="0" presId="urn:microsoft.com/office/officeart/2018/2/layout/IconLabelList"/>
    <dgm:cxn modelId="{82C958ED-B77D-497A-8CFF-F7C6FD2624E3}" type="presParOf" srcId="{92031BBB-5630-46D0-81E8-0B7AC0B3E903}" destId="{631DF55A-F0B3-49C9-A8E4-11E87E03006F}" srcOrd="5" destOrd="0" presId="urn:microsoft.com/office/officeart/2018/2/layout/IconLabelList"/>
    <dgm:cxn modelId="{D8625092-283E-48BC-9B7B-A5CD524DBD73}" type="presParOf" srcId="{92031BBB-5630-46D0-81E8-0B7AC0B3E903}" destId="{B176D67F-D780-432E-B49E-6264C0594168}" srcOrd="6" destOrd="0" presId="urn:microsoft.com/office/officeart/2018/2/layout/IconLabelList"/>
    <dgm:cxn modelId="{6A3FBE04-E7B8-4780-B0F7-1804F400D3F4}" type="presParOf" srcId="{B176D67F-D780-432E-B49E-6264C0594168}" destId="{9A7C702D-52D2-45D9-AAD6-8157C1B7E00C}" srcOrd="0" destOrd="0" presId="urn:microsoft.com/office/officeart/2018/2/layout/IconLabelList"/>
    <dgm:cxn modelId="{FF911B8C-2034-4175-A057-FC7B9EECE555}" type="presParOf" srcId="{B176D67F-D780-432E-B49E-6264C0594168}" destId="{15D9B865-1154-4E36-B040-9AA4E103589B}" srcOrd="1" destOrd="0" presId="urn:microsoft.com/office/officeart/2018/2/layout/IconLabelList"/>
    <dgm:cxn modelId="{AF6C6B57-6200-4F51-B47C-9A76D64D2785}" type="presParOf" srcId="{B176D67F-D780-432E-B49E-6264C0594168}" destId="{98C67D0B-35F0-4FDB-97BB-723D5101706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A7347C-762A-489B-8888-2F0AF0BB130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33D488-7F59-432C-AF83-9C3861CE0AAE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S3 </a:t>
          </a:r>
          <a:r>
            <a:rPr lang="it-IT" b="1" dirty="0" err="1"/>
            <a:t>Paging</a:t>
          </a:r>
          <a:r>
            <a:rPr lang="it-IT" dirty="0"/>
            <a:t>: Scansione dei JSON tramite ListObjectV2Command per gestire grandi volumi di dati</a:t>
          </a:r>
          <a:endParaRPr lang="en-US" dirty="0"/>
        </a:p>
      </dgm:t>
    </dgm:pt>
    <dgm:pt modelId="{B3BC3B84-6D0B-4D7F-AE8E-1202BFF6AFD7}" type="parTrans" cxnId="{10A6BC60-1DF6-4955-A053-8A4CC2AC37A7}">
      <dgm:prSet/>
      <dgm:spPr/>
      <dgm:t>
        <a:bodyPr/>
        <a:lstStyle/>
        <a:p>
          <a:endParaRPr lang="en-US"/>
        </a:p>
      </dgm:t>
    </dgm:pt>
    <dgm:pt modelId="{5D17F94E-E8A5-4BC2-9215-149CCDA03C94}" type="sibTrans" cxnId="{10A6BC60-1DF6-4955-A053-8A4CC2AC37A7}">
      <dgm:prSet/>
      <dgm:spPr/>
      <dgm:t>
        <a:bodyPr/>
        <a:lstStyle/>
        <a:p>
          <a:endParaRPr lang="en-US"/>
        </a:p>
      </dgm:t>
    </dgm:pt>
    <dgm:pt modelId="{5F4FDBB2-912F-4385-8C6A-1FB55E0815B8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 err="1"/>
            <a:t>Batching</a:t>
          </a:r>
          <a:r>
            <a:rPr lang="it-IT" dirty="0"/>
            <a:t>: Raggruppamento dei file in pacchetti da 10 per ottimizzare le chiamate a SQS</a:t>
          </a:r>
          <a:endParaRPr lang="en-US" dirty="0"/>
        </a:p>
      </dgm:t>
    </dgm:pt>
    <dgm:pt modelId="{DB4D306B-48A2-4561-8374-53D7BA29E2C4}" type="parTrans" cxnId="{6723BC0A-F300-4C2A-BF8B-53D2C5C3E471}">
      <dgm:prSet/>
      <dgm:spPr/>
      <dgm:t>
        <a:bodyPr/>
        <a:lstStyle/>
        <a:p>
          <a:endParaRPr lang="en-US"/>
        </a:p>
      </dgm:t>
    </dgm:pt>
    <dgm:pt modelId="{D8F55F04-96CC-491C-B0A8-50EED63D8989}" type="sibTrans" cxnId="{6723BC0A-F300-4C2A-BF8B-53D2C5C3E471}">
      <dgm:prSet/>
      <dgm:spPr/>
      <dgm:t>
        <a:bodyPr/>
        <a:lstStyle/>
        <a:p>
          <a:endParaRPr lang="en-US"/>
        </a:p>
      </dgm:t>
    </dgm:pt>
    <dgm:pt modelId="{BAE0433E-BB16-4761-B6ED-F676FB27846A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Runtime</a:t>
          </a:r>
          <a:r>
            <a:rPr lang="it-IT" dirty="0"/>
            <a:t>: Node.js per massimizzare la velocità di I/O durante il </a:t>
          </a:r>
          <a:r>
            <a:rPr lang="it-IT" dirty="0" err="1"/>
            <a:t>dispatching</a:t>
          </a:r>
          <a:r>
            <a:rPr lang="it-IT" dirty="0"/>
            <a:t>.</a:t>
          </a:r>
          <a:endParaRPr lang="en-US" dirty="0"/>
        </a:p>
      </dgm:t>
    </dgm:pt>
    <dgm:pt modelId="{3B4FD8BF-D607-41D3-9FDF-A5EFED16235B}" type="parTrans" cxnId="{A56B99E8-E935-4F4C-A807-B9977ED4564E}">
      <dgm:prSet/>
      <dgm:spPr/>
      <dgm:t>
        <a:bodyPr/>
        <a:lstStyle/>
        <a:p>
          <a:endParaRPr lang="en-US"/>
        </a:p>
      </dgm:t>
    </dgm:pt>
    <dgm:pt modelId="{684663BC-4396-4A18-A8AC-597498CE5D42}" type="sibTrans" cxnId="{A56B99E8-E935-4F4C-A807-B9977ED4564E}">
      <dgm:prSet/>
      <dgm:spPr/>
      <dgm:t>
        <a:bodyPr/>
        <a:lstStyle/>
        <a:p>
          <a:endParaRPr lang="en-US"/>
        </a:p>
      </dgm:t>
    </dgm:pt>
    <dgm:pt modelId="{FFE32FFB-EF5D-4D94-82B9-E3FF625CB0BD}">
      <dgm:prSet/>
      <dgm:spPr/>
      <dgm:t>
        <a:bodyPr/>
        <a:lstStyle/>
        <a:p>
          <a:pPr>
            <a:lnSpc>
              <a:spcPct val="100000"/>
            </a:lnSpc>
          </a:pPr>
          <a:r>
            <a:rPr lang="it-IT" b="1" dirty="0"/>
            <a:t>Disaccoppiamento</a:t>
          </a:r>
          <a:r>
            <a:rPr lang="it-IT" dirty="0"/>
            <a:t>: SQS funge da buffer, garantendo resilienza contro eventuali fallimenti.</a:t>
          </a:r>
          <a:endParaRPr lang="en-US" dirty="0"/>
        </a:p>
      </dgm:t>
    </dgm:pt>
    <dgm:pt modelId="{9BA38E5E-9666-4073-A0FD-61AD4F1531D0}" type="parTrans" cxnId="{394C7F99-70B3-4CF9-8C97-1BBCF547EBEA}">
      <dgm:prSet/>
      <dgm:spPr/>
      <dgm:t>
        <a:bodyPr/>
        <a:lstStyle/>
        <a:p>
          <a:endParaRPr lang="en-US"/>
        </a:p>
      </dgm:t>
    </dgm:pt>
    <dgm:pt modelId="{204A337B-4CBE-4E14-849F-79AFC7383321}" type="sibTrans" cxnId="{394C7F99-70B3-4CF9-8C97-1BBCF547EBEA}">
      <dgm:prSet/>
      <dgm:spPr/>
      <dgm:t>
        <a:bodyPr/>
        <a:lstStyle/>
        <a:p>
          <a:endParaRPr lang="en-US"/>
        </a:p>
      </dgm:t>
    </dgm:pt>
    <dgm:pt modelId="{0653276D-4FA9-4D14-A0DE-8762DC44CB53}" type="pres">
      <dgm:prSet presAssocID="{99A7347C-762A-489B-8888-2F0AF0BB1302}" presName="root" presStyleCnt="0">
        <dgm:presLayoutVars>
          <dgm:dir/>
          <dgm:resizeHandles val="exact"/>
        </dgm:presLayoutVars>
      </dgm:prSet>
      <dgm:spPr/>
    </dgm:pt>
    <dgm:pt modelId="{EFF322D0-A2BB-49DD-A147-4D0C4B00B7C6}" type="pres">
      <dgm:prSet presAssocID="{ED33D488-7F59-432C-AF83-9C3861CE0AAE}" presName="compNode" presStyleCnt="0"/>
      <dgm:spPr/>
    </dgm:pt>
    <dgm:pt modelId="{7515DC5F-503D-4DC1-9285-BF8330C6EB15}" type="pres">
      <dgm:prSet presAssocID="{ED33D488-7F59-432C-AF83-9C3861CE0AAE}" presName="bgRect" presStyleLbl="bgShp" presStyleIdx="0" presStyleCnt="4"/>
      <dgm:spPr/>
    </dgm:pt>
    <dgm:pt modelId="{DC492401-7915-4136-90B3-3B59F351B455}" type="pres">
      <dgm:prSet presAssocID="{ED33D488-7F59-432C-AF83-9C3861CE0AA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058B96C-68D8-4559-A455-2ACCB9C4F3D4}" type="pres">
      <dgm:prSet presAssocID="{ED33D488-7F59-432C-AF83-9C3861CE0AAE}" presName="spaceRect" presStyleCnt="0"/>
      <dgm:spPr/>
    </dgm:pt>
    <dgm:pt modelId="{840251E0-62E7-4EDC-A44A-558ECBA7E4D1}" type="pres">
      <dgm:prSet presAssocID="{ED33D488-7F59-432C-AF83-9C3861CE0AAE}" presName="parTx" presStyleLbl="revTx" presStyleIdx="0" presStyleCnt="4">
        <dgm:presLayoutVars>
          <dgm:chMax val="0"/>
          <dgm:chPref val="0"/>
        </dgm:presLayoutVars>
      </dgm:prSet>
      <dgm:spPr/>
    </dgm:pt>
    <dgm:pt modelId="{38C83F51-048F-4EAB-90DB-2E3CC505F4B2}" type="pres">
      <dgm:prSet presAssocID="{5D17F94E-E8A5-4BC2-9215-149CCDA03C94}" presName="sibTrans" presStyleCnt="0"/>
      <dgm:spPr/>
    </dgm:pt>
    <dgm:pt modelId="{19C8691A-3780-4A47-B68C-6DB03A64BCCA}" type="pres">
      <dgm:prSet presAssocID="{5F4FDBB2-912F-4385-8C6A-1FB55E0815B8}" presName="compNode" presStyleCnt="0"/>
      <dgm:spPr/>
    </dgm:pt>
    <dgm:pt modelId="{1E013543-F12A-4EF5-B553-26EABA59F645}" type="pres">
      <dgm:prSet presAssocID="{5F4FDBB2-912F-4385-8C6A-1FB55E0815B8}" presName="bgRect" presStyleLbl="bgShp" presStyleIdx="1" presStyleCnt="4"/>
      <dgm:spPr/>
    </dgm:pt>
    <dgm:pt modelId="{F2508BAD-9486-4609-B9CA-A8EA5F54FA25}" type="pres">
      <dgm:prSet presAssocID="{5F4FDBB2-912F-4385-8C6A-1FB55E0815B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6ECE11A-B340-4D03-A265-9755A8AA8C9B}" type="pres">
      <dgm:prSet presAssocID="{5F4FDBB2-912F-4385-8C6A-1FB55E0815B8}" presName="spaceRect" presStyleCnt="0"/>
      <dgm:spPr/>
    </dgm:pt>
    <dgm:pt modelId="{84BDCEE5-7644-430B-A2F1-635899F7D0D5}" type="pres">
      <dgm:prSet presAssocID="{5F4FDBB2-912F-4385-8C6A-1FB55E0815B8}" presName="parTx" presStyleLbl="revTx" presStyleIdx="1" presStyleCnt="4">
        <dgm:presLayoutVars>
          <dgm:chMax val="0"/>
          <dgm:chPref val="0"/>
        </dgm:presLayoutVars>
      </dgm:prSet>
      <dgm:spPr/>
    </dgm:pt>
    <dgm:pt modelId="{0066EFD3-475C-49C3-932F-73FA0927E132}" type="pres">
      <dgm:prSet presAssocID="{D8F55F04-96CC-491C-B0A8-50EED63D8989}" presName="sibTrans" presStyleCnt="0"/>
      <dgm:spPr/>
    </dgm:pt>
    <dgm:pt modelId="{BBB6CE3C-09BA-4B75-B71E-683F65598C86}" type="pres">
      <dgm:prSet presAssocID="{BAE0433E-BB16-4761-B6ED-F676FB27846A}" presName="compNode" presStyleCnt="0"/>
      <dgm:spPr/>
    </dgm:pt>
    <dgm:pt modelId="{49126E93-6390-4447-9D95-1CE99BF2264F}" type="pres">
      <dgm:prSet presAssocID="{BAE0433E-BB16-4761-B6ED-F676FB27846A}" presName="bgRect" presStyleLbl="bgShp" presStyleIdx="2" presStyleCnt="4"/>
      <dgm:spPr/>
    </dgm:pt>
    <dgm:pt modelId="{8472D9DB-97E2-4FAF-BA7C-1A2BBA894D9F}" type="pres">
      <dgm:prSet presAssocID="{BAE0433E-BB16-4761-B6ED-F676FB27846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isuratore"/>
        </a:ext>
      </dgm:extLst>
    </dgm:pt>
    <dgm:pt modelId="{CD33268B-0810-407A-9341-B732FF39F1E8}" type="pres">
      <dgm:prSet presAssocID="{BAE0433E-BB16-4761-B6ED-F676FB27846A}" presName="spaceRect" presStyleCnt="0"/>
      <dgm:spPr/>
    </dgm:pt>
    <dgm:pt modelId="{471F73CB-F17C-4200-A9C6-ACB749023673}" type="pres">
      <dgm:prSet presAssocID="{BAE0433E-BB16-4761-B6ED-F676FB27846A}" presName="parTx" presStyleLbl="revTx" presStyleIdx="2" presStyleCnt="4">
        <dgm:presLayoutVars>
          <dgm:chMax val="0"/>
          <dgm:chPref val="0"/>
        </dgm:presLayoutVars>
      </dgm:prSet>
      <dgm:spPr/>
    </dgm:pt>
    <dgm:pt modelId="{6A85AD89-4323-4E55-9F5E-4C915DE75099}" type="pres">
      <dgm:prSet presAssocID="{684663BC-4396-4A18-A8AC-597498CE5D42}" presName="sibTrans" presStyleCnt="0"/>
      <dgm:spPr/>
    </dgm:pt>
    <dgm:pt modelId="{FB924752-0616-4275-BD66-ECA5623D096F}" type="pres">
      <dgm:prSet presAssocID="{FFE32FFB-EF5D-4D94-82B9-E3FF625CB0BD}" presName="compNode" presStyleCnt="0"/>
      <dgm:spPr/>
    </dgm:pt>
    <dgm:pt modelId="{6EB61CC9-FB1F-4A8B-BD54-0A550AFA9475}" type="pres">
      <dgm:prSet presAssocID="{FFE32FFB-EF5D-4D94-82B9-E3FF625CB0BD}" presName="bgRect" presStyleLbl="bgShp" presStyleIdx="3" presStyleCnt="4"/>
      <dgm:spPr/>
    </dgm:pt>
    <dgm:pt modelId="{2D112F93-5F63-48AF-9C2C-7637CABFE212}" type="pres">
      <dgm:prSet presAssocID="{FFE32FFB-EF5D-4D94-82B9-E3FF625CB0B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sso"/>
        </a:ext>
      </dgm:extLst>
    </dgm:pt>
    <dgm:pt modelId="{E0067E6F-DFE1-438A-89E2-C37EF4434336}" type="pres">
      <dgm:prSet presAssocID="{FFE32FFB-EF5D-4D94-82B9-E3FF625CB0BD}" presName="spaceRect" presStyleCnt="0"/>
      <dgm:spPr/>
    </dgm:pt>
    <dgm:pt modelId="{642D3AC3-32BD-45A2-AFAC-F33E980AC6AA}" type="pres">
      <dgm:prSet presAssocID="{FFE32FFB-EF5D-4D94-82B9-E3FF625CB0B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23BC0A-F300-4C2A-BF8B-53D2C5C3E471}" srcId="{99A7347C-762A-489B-8888-2F0AF0BB1302}" destId="{5F4FDBB2-912F-4385-8C6A-1FB55E0815B8}" srcOrd="1" destOrd="0" parTransId="{DB4D306B-48A2-4561-8374-53D7BA29E2C4}" sibTransId="{D8F55F04-96CC-491C-B0A8-50EED63D8989}"/>
    <dgm:cxn modelId="{64FD413A-CB72-499E-B1FC-02D7BA3FD030}" type="presOf" srcId="{5F4FDBB2-912F-4385-8C6A-1FB55E0815B8}" destId="{84BDCEE5-7644-430B-A2F1-635899F7D0D5}" srcOrd="0" destOrd="0" presId="urn:microsoft.com/office/officeart/2018/2/layout/IconVerticalSolidList"/>
    <dgm:cxn modelId="{10A6BC60-1DF6-4955-A053-8A4CC2AC37A7}" srcId="{99A7347C-762A-489B-8888-2F0AF0BB1302}" destId="{ED33D488-7F59-432C-AF83-9C3861CE0AAE}" srcOrd="0" destOrd="0" parTransId="{B3BC3B84-6D0B-4D7F-AE8E-1202BFF6AFD7}" sibTransId="{5D17F94E-E8A5-4BC2-9215-149CCDA03C94}"/>
    <dgm:cxn modelId="{B0DCB66A-1130-46A5-B083-1AE520218F97}" type="presOf" srcId="{BAE0433E-BB16-4761-B6ED-F676FB27846A}" destId="{471F73CB-F17C-4200-A9C6-ACB749023673}" srcOrd="0" destOrd="0" presId="urn:microsoft.com/office/officeart/2018/2/layout/IconVerticalSolidList"/>
    <dgm:cxn modelId="{E19CFA76-6D93-4022-9923-6DCBFFD04112}" type="presOf" srcId="{99A7347C-762A-489B-8888-2F0AF0BB1302}" destId="{0653276D-4FA9-4D14-A0DE-8762DC44CB53}" srcOrd="0" destOrd="0" presId="urn:microsoft.com/office/officeart/2018/2/layout/IconVerticalSolidList"/>
    <dgm:cxn modelId="{B02FF890-F989-48D6-8205-5A381A08449A}" type="presOf" srcId="{ED33D488-7F59-432C-AF83-9C3861CE0AAE}" destId="{840251E0-62E7-4EDC-A44A-558ECBA7E4D1}" srcOrd="0" destOrd="0" presId="urn:microsoft.com/office/officeart/2018/2/layout/IconVerticalSolidList"/>
    <dgm:cxn modelId="{394C7F99-70B3-4CF9-8C97-1BBCF547EBEA}" srcId="{99A7347C-762A-489B-8888-2F0AF0BB1302}" destId="{FFE32FFB-EF5D-4D94-82B9-E3FF625CB0BD}" srcOrd="3" destOrd="0" parTransId="{9BA38E5E-9666-4073-A0FD-61AD4F1531D0}" sibTransId="{204A337B-4CBE-4E14-849F-79AFC7383321}"/>
    <dgm:cxn modelId="{4F684AB6-6B3B-415E-9C06-5B0FAB33429D}" type="presOf" srcId="{FFE32FFB-EF5D-4D94-82B9-E3FF625CB0BD}" destId="{642D3AC3-32BD-45A2-AFAC-F33E980AC6AA}" srcOrd="0" destOrd="0" presId="urn:microsoft.com/office/officeart/2018/2/layout/IconVerticalSolidList"/>
    <dgm:cxn modelId="{A56B99E8-E935-4F4C-A807-B9977ED4564E}" srcId="{99A7347C-762A-489B-8888-2F0AF0BB1302}" destId="{BAE0433E-BB16-4761-B6ED-F676FB27846A}" srcOrd="2" destOrd="0" parTransId="{3B4FD8BF-D607-41D3-9FDF-A5EFED16235B}" sibTransId="{684663BC-4396-4A18-A8AC-597498CE5D42}"/>
    <dgm:cxn modelId="{AA28B900-2AF8-4ACE-B882-2726C8F7DC2B}" type="presParOf" srcId="{0653276D-4FA9-4D14-A0DE-8762DC44CB53}" destId="{EFF322D0-A2BB-49DD-A147-4D0C4B00B7C6}" srcOrd="0" destOrd="0" presId="urn:microsoft.com/office/officeart/2018/2/layout/IconVerticalSolidList"/>
    <dgm:cxn modelId="{C65BD8E0-9DC7-4B41-B62D-569844FD3668}" type="presParOf" srcId="{EFF322D0-A2BB-49DD-A147-4D0C4B00B7C6}" destId="{7515DC5F-503D-4DC1-9285-BF8330C6EB15}" srcOrd="0" destOrd="0" presId="urn:microsoft.com/office/officeart/2018/2/layout/IconVerticalSolidList"/>
    <dgm:cxn modelId="{16013604-FDBA-496A-AC3E-2247C792FC4E}" type="presParOf" srcId="{EFF322D0-A2BB-49DD-A147-4D0C4B00B7C6}" destId="{DC492401-7915-4136-90B3-3B59F351B455}" srcOrd="1" destOrd="0" presId="urn:microsoft.com/office/officeart/2018/2/layout/IconVerticalSolidList"/>
    <dgm:cxn modelId="{8F2286EE-E6DA-4BF9-9C69-926A1A4C4CEA}" type="presParOf" srcId="{EFF322D0-A2BB-49DD-A147-4D0C4B00B7C6}" destId="{8058B96C-68D8-4559-A455-2ACCB9C4F3D4}" srcOrd="2" destOrd="0" presId="urn:microsoft.com/office/officeart/2018/2/layout/IconVerticalSolidList"/>
    <dgm:cxn modelId="{089EF345-4E25-4D07-92FA-4EB825FE827E}" type="presParOf" srcId="{EFF322D0-A2BB-49DD-A147-4D0C4B00B7C6}" destId="{840251E0-62E7-4EDC-A44A-558ECBA7E4D1}" srcOrd="3" destOrd="0" presId="urn:microsoft.com/office/officeart/2018/2/layout/IconVerticalSolidList"/>
    <dgm:cxn modelId="{C9124B23-1595-49C6-86CC-F7E89B61A445}" type="presParOf" srcId="{0653276D-4FA9-4D14-A0DE-8762DC44CB53}" destId="{38C83F51-048F-4EAB-90DB-2E3CC505F4B2}" srcOrd="1" destOrd="0" presId="urn:microsoft.com/office/officeart/2018/2/layout/IconVerticalSolidList"/>
    <dgm:cxn modelId="{9871C590-C53A-4AC7-88E9-9C68CFCCB3CD}" type="presParOf" srcId="{0653276D-4FA9-4D14-A0DE-8762DC44CB53}" destId="{19C8691A-3780-4A47-B68C-6DB03A64BCCA}" srcOrd="2" destOrd="0" presId="urn:microsoft.com/office/officeart/2018/2/layout/IconVerticalSolidList"/>
    <dgm:cxn modelId="{A753B177-91FC-4AB1-B6A7-484785D01948}" type="presParOf" srcId="{19C8691A-3780-4A47-B68C-6DB03A64BCCA}" destId="{1E013543-F12A-4EF5-B553-26EABA59F645}" srcOrd="0" destOrd="0" presId="urn:microsoft.com/office/officeart/2018/2/layout/IconVerticalSolidList"/>
    <dgm:cxn modelId="{F2977A25-CB29-4EBF-AAA1-FA4E0F2414CB}" type="presParOf" srcId="{19C8691A-3780-4A47-B68C-6DB03A64BCCA}" destId="{F2508BAD-9486-4609-B9CA-A8EA5F54FA25}" srcOrd="1" destOrd="0" presId="urn:microsoft.com/office/officeart/2018/2/layout/IconVerticalSolidList"/>
    <dgm:cxn modelId="{952E5A4C-2AAB-4DFA-A054-5908453CA908}" type="presParOf" srcId="{19C8691A-3780-4A47-B68C-6DB03A64BCCA}" destId="{86ECE11A-B340-4D03-A265-9755A8AA8C9B}" srcOrd="2" destOrd="0" presId="urn:microsoft.com/office/officeart/2018/2/layout/IconVerticalSolidList"/>
    <dgm:cxn modelId="{98258535-DE28-44EA-BE38-875464D51567}" type="presParOf" srcId="{19C8691A-3780-4A47-B68C-6DB03A64BCCA}" destId="{84BDCEE5-7644-430B-A2F1-635899F7D0D5}" srcOrd="3" destOrd="0" presId="urn:microsoft.com/office/officeart/2018/2/layout/IconVerticalSolidList"/>
    <dgm:cxn modelId="{DCF1EFCA-06C4-4DFF-858E-EE2C190747B3}" type="presParOf" srcId="{0653276D-4FA9-4D14-A0DE-8762DC44CB53}" destId="{0066EFD3-475C-49C3-932F-73FA0927E132}" srcOrd="3" destOrd="0" presId="urn:microsoft.com/office/officeart/2018/2/layout/IconVerticalSolidList"/>
    <dgm:cxn modelId="{8EEBFF4E-DF8B-4891-89A3-F19E7590C012}" type="presParOf" srcId="{0653276D-4FA9-4D14-A0DE-8762DC44CB53}" destId="{BBB6CE3C-09BA-4B75-B71E-683F65598C86}" srcOrd="4" destOrd="0" presId="urn:microsoft.com/office/officeart/2018/2/layout/IconVerticalSolidList"/>
    <dgm:cxn modelId="{8F8B0091-D695-4113-8737-7262D7445D5A}" type="presParOf" srcId="{BBB6CE3C-09BA-4B75-B71E-683F65598C86}" destId="{49126E93-6390-4447-9D95-1CE99BF2264F}" srcOrd="0" destOrd="0" presId="urn:microsoft.com/office/officeart/2018/2/layout/IconVerticalSolidList"/>
    <dgm:cxn modelId="{DA0DB543-7129-4316-A926-C3CF3BCBCE35}" type="presParOf" srcId="{BBB6CE3C-09BA-4B75-B71E-683F65598C86}" destId="{8472D9DB-97E2-4FAF-BA7C-1A2BBA894D9F}" srcOrd="1" destOrd="0" presId="urn:microsoft.com/office/officeart/2018/2/layout/IconVerticalSolidList"/>
    <dgm:cxn modelId="{38B1ACE5-5E0F-4A2A-AD76-57B552A8C59E}" type="presParOf" srcId="{BBB6CE3C-09BA-4B75-B71E-683F65598C86}" destId="{CD33268B-0810-407A-9341-B732FF39F1E8}" srcOrd="2" destOrd="0" presId="urn:microsoft.com/office/officeart/2018/2/layout/IconVerticalSolidList"/>
    <dgm:cxn modelId="{992786B3-177D-4E34-99DF-C5B1B287B505}" type="presParOf" srcId="{BBB6CE3C-09BA-4B75-B71E-683F65598C86}" destId="{471F73CB-F17C-4200-A9C6-ACB749023673}" srcOrd="3" destOrd="0" presId="urn:microsoft.com/office/officeart/2018/2/layout/IconVerticalSolidList"/>
    <dgm:cxn modelId="{BF65A5E6-3A08-4F78-AFB6-E1D18BDAC213}" type="presParOf" srcId="{0653276D-4FA9-4D14-A0DE-8762DC44CB53}" destId="{6A85AD89-4323-4E55-9F5E-4C915DE75099}" srcOrd="5" destOrd="0" presId="urn:microsoft.com/office/officeart/2018/2/layout/IconVerticalSolidList"/>
    <dgm:cxn modelId="{F07968D2-F755-499B-9223-646CAECA7F36}" type="presParOf" srcId="{0653276D-4FA9-4D14-A0DE-8762DC44CB53}" destId="{FB924752-0616-4275-BD66-ECA5623D096F}" srcOrd="6" destOrd="0" presId="urn:microsoft.com/office/officeart/2018/2/layout/IconVerticalSolidList"/>
    <dgm:cxn modelId="{92E8F032-F521-4C9C-961B-F0A52C7C3582}" type="presParOf" srcId="{FB924752-0616-4275-BD66-ECA5623D096F}" destId="{6EB61CC9-FB1F-4A8B-BD54-0A550AFA9475}" srcOrd="0" destOrd="0" presId="urn:microsoft.com/office/officeart/2018/2/layout/IconVerticalSolidList"/>
    <dgm:cxn modelId="{0EEC750D-691F-4432-AA42-E0BB11420C2B}" type="presParOf" srcId="{FB924752-0616-4275-BD66-ECA5623D096F}" destId="{2D112F93-5F63-48AF-9C2C-7637CABFE212}" srcOrd="1" destOrd="0" presId="urn:microsoft.com/office/officeart/2018/2/layout/IconVerticalSolidList"/>
    <dgm:cxn modelId="{98446E23-4597-47A8-B95D-73CE89538C93}" type="presParOf" srcId="{FB924752-0616-4275-BD66-ECA5623D096F}" destId="{E0067E6F-DFE1-438A-89E2-C37EF4434336}" srcOrd="2" destOrd="0" presId="urn:microsoft.com/office/officeart/2018/2/layout/IconVerticalSolidList"/>
    <dgm:cxn modelId="{7F3C0E11-53D5-464C-BEA7-098B668EC8CD}" type="presParOf" srcId="{FB924752-0616-4275-BD66-ECA5623D096F}" destId="{642D3AC3-32BD-45A2-AFAC-F33E980AC6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81813FC-27D8-490F-B245-35F31044AD30}" type="doc">
      <dgm:prSet loTypeId="urn:microsoft.com/office/officeart/2018/5/layout/IconLeaf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047AB88-08FD-4955-8981-250ED811B28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100% serverless</a:t>
          </a:r>
          <a:endParaRPr lang="en-US"/>
        </a:p>
      </dgm:t>
    </dgm:pt>
    <dgm:pt modelId="{41E05C5D-DD66-41C9-8125-3843BEC92A0F}" type="parTrans" cxnId="{97BE17CB-E561-49B9-B150-F12A038774B1}">
      <dgm:prSet/>
      <dgm:spPr/>
      <dgm:t>
        <a:bodyPr/>
        <a:lstStyle/>
        <a:p>
          <a:endParaRPr lang="en-US"/>
        </a:p>
      </dgm:t>
    </dgm:pt>
    <dgm:pt modelId="{54E9968B-2E3F-4301-8DBD-DBD01A16DFDD}" type="sibTrans" cxnId="{97BE17CB-E561-49B9-B150-F12A038774B1}">
      <dgm:prSet/>
      <dgm:spPr/>
      <dgm:t>
        <a:bodyPr/>
        <a:lstStyle/>
        <a:p>
          <a:endParaRPr lang="en-US"/>
        </a:p>
      </dgm:t>
    </dgm:pt>
    <dgm:pt modelId="{AD5D97FD-285D-4F61-B138-FB26F71485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LLM: AI ready</a:t>
          </a:r>
          <a:endParaRPr lang="en-US"/>
        </a:p>
      </dgm:t>
    </dgm:pt>
    <dgm:pt modelId="{54F1C6CA-E48C-4C8D-AAAD-169F5BC74A77}" type="parTrans" cxnId="{2C11E926-A34F-4F4C-849C-FD2F8627E628}">
      <dgm:prSet/>
      <dgm:spPr/>
      <dgm:t>
        <a:bodyPr/>
        <a:lstStyle/>
        <a:p>
          <a:endParaRPr lang="en-US"/>
        </a:p>
      </dgm:t>
    </dgm:pt>
    <dgm:pt modelId="{3D45CDE9-9D07-498B-8F30-A5316648B12A}" type="sibTrans" cxnId="{2C11E926-A34F-4F4C-849C-FD2F8627E628}">
      <dgm:prSet/>
      <dgm:spPr/>
      <dgm:t>
        <a:bodyPr/>
        <a:lstStyle/>
        <a:p>
          <a:endParaRPr lang="en-US"/>
        </a:p>
      </dgm:t>
    </dgm:pt>
    <dgm:pt modelId="{02FAD404-AC08-45D1-BB63-B7545954B6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Polyglot (JS/PY)</a:t>
          </a:r>
          <a:endParaRPr lang="en-US"/>
        </a:p>
      </dgm:t>
    </dgm:pt>
    <dgm:pt modelId="{BD401EC3-814D-4E9B-A532-D46ABFF436B7}" type="parTrans" cxnId="{EF4A222D-0057-4A7F-8609-C0ACF914F516}">
      <dgm:prSet/>
      <dgm:spPr/>
      <dgm:t>
        <a:bodyPr/>
        <a:lstStyle/>
        <a:p>
          <a:endParaRPr lang="en-US"/>
        </a:p>
      </dgm:t>
    </dgm:pt>
    <dgm:pt modelId="{E5496491-8D4F-466F-A130-7FADE3629952}" type="sibTrans" cxnId="{EF4A222D-0057-4A7F-8609-C0ACF914F516}">
      <dgm:prSet/>
      <dgm:spPr/>
      <dgm:t>
        <a:bodyPr/>
        <a:lstStyle/>
        <a:p>
          <a:endParaRPr lang="en-US"/>
        </a:p>
      </dgm:t>
    </dgm:pt>
    <dgm:pt modelId="{82384448-5660-4B88-8E4B-5AB6D7E3385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it-IT"/>
            <a:t>∞ scalabile</a:t>
          </a:r>
          <a:endParaRPr lang="en-US"/>
        </a:p>
      </dgm:t>
    </dgm:pt>
    <dgm:pt modelId="{36D89F5F-2626-4F7E-BCD3-7BC0FA585B8C}" type="parTrans" cxnId="{2FA340EB-03A4-44B7-85A9-41B10AA32DC1}">
      <dgm:prSet/>
      <dgm:spPr/>
      <dgm:t>
        <a:bodyPr/>
        <a:lstStyle/>
        <a:p>
          <a:endParaRPr lang="en-US"/>
        </a:p>
      </dgm:t>
    </dgm:pt>
    <dgm:pt modelId="{A81EAF0E-B619-49AA-9ABE-BC97054063ED}" type="sibTrans" cxnId="{2FA340EB-03A4-44B7-85A9-41B10AA32DC1}">
      <dgm:prSet/>
      <dgm:spPr/>
      <dgm:t>
        <a:bodyPr/>
        <a:lstStyle/>
        <a:p>
          <a:endParaRPr lang="en-US"/>
        </a:p>
      </dgm:t>
    </dgm:pt>
    <dgm:pt modelId="{8F1EB674-E97E-48D6-B245-0B122B57E2F5}" type="pres">
      <dgm:prSet presAssocID="{A81813FC-27D8-490F-B245-35F31044AD30}" presName="root" presStyleCnt="0">
        <dgm:presLayoutVars>
          <dgm:dir/>
          <dgm:resizeHandles val="exact"/>
        </dgm:presLayoutVars>
      </dgm:prSet>
      <dgm:spPr/>
    </dgm:pt>
    <dgm:pt modelId="{C547CF2D-D167-4D36-A165-AE7A693339C1}" type="pres">
      <dgm:prSet presAssocID="{7047AB88-08FD-4955-8981-250ED811B284}" presName="compNode" presStyleCnt="0"/>
      <dgm:spPr/>
    </dgm:pt>
    <dgm:pt modelId="{57DB3E09-A6DD-4443-868B-F1173D2AEDAC}" type="pres">
      <dgm:prSet presAssocID="{7047AB88-08FD-4955-8981-250ED811B284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4745E76-168E-46A0-A4D2-51676A4B90F7}" type="pres">
      <dgm:prSet presAssocID="{7047AB88-08FD-4955-8981-250ED811B28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BE128012-0BAC-40E7-BF85-74C30E824F96}" type="pres">
      <dgm:prSet presAssocID="{7047AB88-08FD-4955-8981-250ED811B284}" presName="spaceRect" presStyleCnt="0"/>
      <dgm:spPr/>
    </dgm:pt>
    <dgm:pt modelId="{ED7B279D-45B0-4939-8ECA-7C9ACAD2D965}" type="pres">
      <dgm:prSet presAssocID="{7047AB88-08FD-4955-8981-250ED811B284}" presName="textRect" presStyleLbl="revTx" presStyleIdx="0" presStyleCnt="4">
        <dgm:presLayoutVars>
          <dgm:chMax val="1"/>
          <dgm:chPref val="1"/>
        </dgm:presLayoutVars>
      </dgm:prSet>
      <dgm:spPr/>
    </dgm:pt>
    <dgm:pt modelId="{C1819DAE-CF41-43FA-997B-1C0EA14F61BD}" type="pres">
      <dgm:prSet presAssocID="{54E9968B-2E3F-4301-8DBD-DBD01A16DFDD}" presName="sibTrans" presStyleCnt="0"/>
      <dgm:spPr/>
    </dgm:pt>
    <dgm:pt modelId="{2B7E8A44-3CC7-4D53-850D-58A6B2826F15}" type="pres">
      <dgm:prSet presAssocID="{AD5D97FD-285D-4F61-B138-FB26F7148542}" presName="compNode" presStyleCnt="0"/>
      <dgm:spPr/>
    </dgm:pt>
    <dgm:pt modelId="{C4E90EDC-A7CF-4A5F-A88C-04E924779EB9}" type="pres">
      <dgm:prSet presAssocID="{AD5D97FD-285D-4F61-B138-FB26F7148542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AE95DF3-00D2-453F-A952-F98F5306048C}" type="pres">
      <dgm:prSet presAssocID="{AD5D97FD-285D-4F61-B138-FB26F714854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EE9B048-70D5-4639-99E3-59B5E8117D6F}" type="pres">
      <dgm:prSet presAssocID="{AD5D97FD-285D-4F61-B138-FB26F7148542}" presName="spaceRect" presStyleCnt="0"/>
      <dgm:spPr/>
    </dgm:pt>
    <dgm:pt modelId="{0AF591AD-4899-43D3-AB45-977821D7A6C6}" type="pres">
      <dgm:prSet presAssocID="{AD5D97FD-285D-4F61-B138-FB26F7148542}" presName="textRect" presStyleLbl="revTx" presStyleIdx="1" presStyleCnt="4">
        <dgm:presLayoutVars>
          <dgm:chMax val="1"/>
          <dgm:chPref val="1"/>
        </dgm:presLayoutVars>
      </dgm:prSet>
      <dgm:spPr/>
    </dgm:pt>
    <dgm:pt modelId="{6AE2096B-4B11-4594-A4D9-5C682D1BECFB}" type="pres">
      <dgm:prSet presAssocID="{3D45CDE9-9D07-498B-8F30-A5316648B12A}" presName="sibTrans" presStyleCnt="0"/>
      <dgm:spPr/>
    </dgm:pt>
    <dgm:pt modelId="{9D2FCFDA-6524-4FF0-861F-6C769D701E5A}" type="pres">
      <dgm:prSet presAssocID="{02FAD404-AC08-45D1-BB63-B7545954B63D}" presName="compNode" presStyleCnt="0"/>
      <dgm:spPr/>
    </dgm:pt>
    <dgm:pt modelId="{A53B378A-EA9F-4915-90E3-C0AC3E6120FE}" type="pres">
      <dgm:prSet presAssocID="{02FAD404-AC08-45D1-BB63-B7545954B63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C617511-E73C-4951-8849-BB04DA083EC6}" type="pres">
      <dgm:prSet presAssocID="{02FAD404-AC08-45D1-BB63-B7545954B63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ottotitoli"/>
        </a:ext>
      </dgm:extLst>
    </dgm:pt>
    <dgm:pt modelId="{47EFAE81-797A-4A7B-8580-B8D3A4855B07}" type="pres">
      <dgm:prSet presAssocID="{02FAD404-AC08-45D1-BB63-B7545954B63D}" presName="spaceRect" presStyleCnt="0"/>
      <dgm:spPr/>
    </dgm:pt>
    <dgm:pt modelId="{DD292A2A-830A-4506-9DC8-2FDBEFB49450}" type="pres">
      <dgm:prSet presAssocID="{02FAD404-AC08-45D1-BB63-B7545954B63D}" presName="textRect" presStyleLbl="revTx" presStyleIdx="2" presStyleCnt="4">
        <dgm:presLayoutVars>
          <dgm:chMax val="1"/>
          <dgm:chPref val="1"/>
        </dgm:presLayoutVars>
      </dgm:prSet>
      <dgm:spPr/>
    </dgm:pt>
    <dgm:pt modelId="{54527EE9-931C-42B4-9E85-3DD6C6880661}" type="pres">
      <dgm:prSet presAssocID="{E5496491-8D4F-466F-A130-7FADE3629952}" presName="sibTrans" presStyleCnt="0"/>
      <dgm:spPr/>
    </dgm:pt>
    <dgm:pt modelId="{7F4B3D13-08B5-4279-8007-65F5F3CD24FA}" type="pres">
      <dgm:prSet presAssocID="{82384448-5660-4B88-8E4B-5AB6D7E3385E}" presName="compNode" presStyleCnt="0"/>
      <dgm:spPr/>
    </dgm:pt>
    <dgm:pt modelId="{41B05278-180E-466A-9E38-6E44AF1BBBF7}" type="pres">
      <dgm:prSet presAssocID="{82384448-5660-4B88-8E4B-5AB6D7E3385E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92CE013-CC50-4762-8503-ECD7BA9905EF}" type="pres">
      <dgm:prSet presAssocID="{82384448-5660-4B88-8E4B-5AB6D7E3385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gno di spunta"/>
        </a:ext>
      </dgm:extLst>
    </dgm:pt>
    <dgm:pt modelId="{A6F9F0A2-EA70-47AD-B429-80565D1CB8D0}" type="pres">
      <dgm:prSet presAssocID="{82384448-5660-4B88-8E4B-5AB6D7E3385E}" presName="spaceRect" presStyleCnt="0"/>
      <dgm:spPr/>
    </dgm:pt>
    <dgm:pt modelId="{1B12BF62-0011-40CD-B0DB-8B9459368568}" type="pres">
      <dgm:prSet presAssocID="{82384448-5660-4B88-8E4B-5AB6D7E338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C11E926-A34F-4F4C-849C-FD2F8627E628}" srcId="{A81813FC-27D8-490F-B245-35F31044AD30}" destId="{AD5D97FD-285D-4F61-B138-FB26F7148542}" srcOrd="1" destOrd="0" parTransId="{54F1C6CA-E48C-4C8D-AAAD-169F5BC74A77}" sibTransId="{3D45CDE9-9D07-498B-8F30-A5316648B12A}"/>
    <dgm:cxn modelId="{EF4A222D-0057-4A7F-8609-C0ACF914F516}" srcId="{A81813FC-27D8-490F-B245-35F31044AD30}" destId="{02FAD404-AC08-45D1-BB63-B7545954B63D}" srcOrd="2" destOrd="0" parTransId="{BD401EC3-814D-4E9B-A532-D46ABFF436B7}" sibTransId="{E5496491-8D4F-466F-A130-7FADE3629952}"/>
    <dgm:cxn modelId="{9A6E7D3B-8C98-4792-9FE3-EEAB8E57D381}" type="presOf" srcId="{7047AB88-08FD-4955-8981-250ED811B284}" destId="{ED7B279D-45B0-4939-8ECA-7C9ACAD2D965}" srcOrd="0" destOrd="0" presId="urn:microsoft.com/office/officeart/2018/5/layout/IconLeafLabelList"/>
    <dgm:cxn modelId="{8557E450-60AF-43DC-8FB8-E8D9ED5B3555}" type="presOf" srcId="{02FAD404-AC08-45D1-BB63-B7545954B63D}" destId="{DD292A2A-830A-4506-9DC8-2FDBEFB49450}" srcOrd="0" destOrd="0" presId="urn:microsoft.com/office/officeart/2018/5/layout/IconLeafLabelList"/>
    <dgm:cxn modelId="{BF7E9975-631B-45BB-8BC1-9650967D1EE5}" type="presOf" srcId="{AD5D97FD-285D-4F61-B138-FB26F7148542}" destId="{0AF591AD-4899-43D3-AB45-977821D7A6C6}" srcOrd="0" destOrd="0" presId="urn:microsoft.com/office/officeart/2018/5/layout/IconLeafLabelList"/>
    <dgm:cxn modelId="{50B8E397-76FF-4106-85D4-EBCD3171359A}" type="presOf" srcId="{A81813FC-27D8-490F-B245-35F31044AD30}" destId="{8F1EB674-E97E-48D6-B245-0B122B57E2F5}" srcOrd="0" destOrd="0" presId="urn:microsoft.com/office/officeart/2018/5/layout/IconLeafLabelList"/>
    <dgm:cxn modelId="{E69F84A1-A802-4466-B562-868C33BC0713}" type="presOf" srcId="{82384448-5660-4B88-8E4B-5AB6D7E3385E}" destId="{1B12BF62-0011-40CD-B0DB-8B9459368568}" srcOrd="0" destOrd="0" presId="urn:microsoft.com/office/officeart/2018/5/layout/IconLeafLabelList"/>
    <dgm:cxn modelId="{97BE17CB-E561-49B9-B150-F12A038774B1}" srcId="{A81813FC-27D8-490F-B245-35F31044AD30}" destId="{7047AB88-08FD-4955-8981-250ED811B284}" srcOrd="0" destOrd="0" parTransId="{41E05C5D-DD66-41C9-8125-3843BEC92A0F}" sibTransId="{54E9968B-2E3F-4301-8DBD-DBD01A16DFDD}"/>
    <dgm:cxn modelId="{2FA340EB-03A4-44B7-85A9-41B10AA32DC1}" srcId="{A81813FC-27D8-490F-B245-35F31044AD30}" destId="{82384448-5660-4B88-8E4B-5AB6D7E3385E}" srcOrd="3" destOrd="0" parTransId="{36D89F5F-2626-4F7E-BCD3-7BC0FA585B8C}" sibTransId="{A81EAF0E-B619-49AA-9ABE-BC97054063ED}"/>
    <dgm:cxn modelId="{1DB5A60D-115D-40AF-828B-CA096DEFDAE0}" type="presParOf" srcId="{8F1EB674-E97E-48D6-B245-0B122B57E2F5}" destId="{C547CF2D-D167-4D36-A165-AE7A693339C1}" srcOrd="0" destOrd="0" presId="urn:microsoft.com/office/officeart/2018/5/layout/IconLeafLabelList"/>
    <dgm:cxn modelId="{5D1B8DC2-3BD0-4D5B-977A-8D5D66F6AA96}" type="presParOf" srcId="{C547CF2D-D167-4D36-A165-AE7A693339C1}" destId="{57DB3E09-A6DD-4443-868B-F1173D2AEDAC}" srcOrd="0" destOrd="0" presId="urn:microsoft.com/office/officeart/2018/5/layout/IconLeafLabelList"/>
    <dgm:cxn modelId="{DA3A8C62-A0EB-426F-8D27-8ADCF3DE8B4C}" type="presParOf" srcId="{C547CF2D-D167-4D36-A165-AE7A693339C1}" destId="{94745E76-168E-46A0-A4D2-51676A4B90F7}" srcOrd="1" destOrd="0" presId="urn:microsoft.com/office/officeart/2018/5/layout/IconLeafLabelList"/>
    <dgm:cxn modelId="{56C45D1E-E82B-4DA8-A76C-B2F8673D28B9}" type="presParOf" srcId="{C547CF2D-D167-4D36-A165-AE7A693339C1}" destId="{BE128012-0BAC-40E7-BF85-74C30E824F96}" srcOrd="2" destOrd="0" presId="urn:microsoft.com/office/officeart/2018/5/layout/IconLeafLabelList"/>
    <dgm:cxn modelId="{93A37BA3-A67B-47D4-A3F1-0DBBA35F9998}" type="presParOf" srcId="{C547CF2D-D167-4D36-A165-AE7A693339C1}" destId="{ED7B279D-45B0-4939-8ECA-7C9ACAD2D965}" srcOrd="3" destOrd="0" presId="urn:microsoft.com/office/officeart/2018/5/layout/IconLeafLabelList"/>
    <dgm:cxn modelId="{B0635BF1-C08A-4466-AB94-08F26B82CA12}" type="presParOf" srcId="{8F1EB674-E97E-48D6-B245-0B122B57E2F5}" destId="{C1819DAE-CF41-43FA-997B-1C0EA14F61BD}" srcOrd="1" destOrd="0" presId="urn:microsoft.com/office/officeart/2018/5/layout/IconLeafLabelList"/>
    <dgm:cxn modelId="{8B98242D-5C3A-46F9-92BE-9258CBCEC10C}" type="presParOf" srcId="{8F1EB674-E97E-48D6-B245-0B122B57E2F5}" destId="{2B7E8A44-3CC7-4D53-850D-58A6B2826F15}" srcOrd="2" destOrd="0" presId="urn:microsoft.com/office/officeart/2018/5/layout/IconLeafLabelList"/>
    <dgm:cxn modelId="{F7B53C26-493C-4D63-B6C3-D14DCEDB8567}" type="presParOf" srcId="{2B7E8A44-3CC7-4D53-850D-58A6B2826F15}" destId="{C4E90EDC-A7CF-4A5F-A88C-04E924779EB9}" srcOrd="0" destOrd="0" presId="urn:microsoft.com/office/officeart/2018/5/layout/IconLeafLabelList"/>
    <dgm:cxn modelId="{CC6EEEF2-BBA1-40EF-A718-5899D751E717}" type="presParOf" srcId="{2B7E8A44-3CC7-4D53-850D-58A6B2826F15}" destId="{AAE95DF3-00D2-453F-A952-F98F5306048C}" srcOrd="1" destOrd="0" presId="urn:microsoft.com/office/officeart/2018/5/layout/IconLeafLabelList"/>
    <dgm:cxn modelId="{F955CAD8-B3E7-46D9-AB22-089C489B107B}" type="presParOf" srcId="{2B7E8A44-3CC7-4D53-850D-58A6B2826F15}" destId="{CEE9B048-70D5-4639-99E3-59B5E8117D6F}" srcOrd="2" destOrd="0" presId="urn:microsoft.com/office/officeart/2018/5/layout/IconLeafLabelList"/>
    <dgm:cxn modelId="{401401B2-686A-43A9-83D2-572C5B08EE1B}" type="presParOf" srcId="{2B7E8A44-3CC7-4D53-850D-58A6B2826F15}" destId="{0AF591AD-4899-43D3-AB45-977821D7A6C6}" srcOrd="3" destOrd="0" presId="urn:microsoft.com/office/officeart/2018/5/layout/IconLeafLabelList"/>
    <dgm:cxn modelId="{5D686498-65FC-42C1-A271-6B0BD92E8E24}" type="presParOf" srcId="{8F1EB674-E97E-48D6-B245-0B122B57E2F5}" destId="{6AE2096B-4B11-4594-A4D9-5C682D1BECFB}" srcOrd="3" destOrd="0" presId="urn:microsoft.com/office/officeart/2018/5/layout/IconLeafLabelList"/>
    <dgm:cxn modelId="{87853677-DE1E-47E6-980A-DD57663034FD}" type="presParOf" srcId="{8F1EB674-E97E-48D6-B245-0B122B57E2F5}" destId="{9D2FCFDA-6524-4FF0-861F-6C769D701E5A}" srcOrd="4" destOrd="0" presId="urn:microsoft.com/office/officeart/2018/5/layout/IconLeafLabelList"/>
    <dgm:cxn modelId="{D493D054-7B5A-4A35-AE7E-EE7C842742B9}" type="presParOf" srcId="{9D2FCFDA-6524-4FF0-861F-6C769D701E5A}" destId="{A53B378A-EA9F-4915-90E3-C0AC3E6120FE}" srcOrd="0" destOrd="0" presId="urn:microsoft.com/office/officeart/2018/5/layout/IconLeafLabelList"/>
    <dgm:cxn modelId="{25B85A5D-671A-410C-BC0F-741F7406BA33}" type="presParOf" srcId="{9D2FCFDA-6524-4FF0-861F-6C769D701E5A}" destId="{DC617511-E73C-4951-8849-BB04DA083EC6}" srcOrd="1" destOrd="0" presId="urn:microsoft.com/office/officeart/2018/5/layout/IconLeafLabelList"/>
    <dgm:cxn modelId="{4CB9CD92-14E2-4070-A151-73DD464457FA}" type="presParOf" srcId="{9D2FCFDA-6524-4FF0-861F-6C769D701E5A}" destId="{47EFAE81-797A-4A7B-8580-B8D3A4855B07}" srcOrd="2" destOrd="0" presId="urn:microsoft.com/office/officeart/2018/5/layout/IconLeafLabelList"/>
    <dgm:cxn modelId="{F1355E84-A158-4E17-B77B-75230F814329}" type="presParOf" srcId="{9D2FCFDA-6524-4FF0-861F-6C769D701E5A}" destId="{DD292A2A-830A-4506-9DC8-2FDBEFB49450}" srcOrd="3" destOrd="0" presId="urn:microsoft.com/office/officeart/2018/5/layout/IconLeafLabelList"/>
    <dgm:cxn modelId="{15882A18-FE92-45FC-ADB9-79941A235F45}" type="presParOf" srcId="{8F1EB674-E97E-48D6-B245-0B122B57E2F5}" destId="{54527EE9-931C-42B4-9E85-3DD6C6880661}" srcOrd="5" destOrd="0" presId="urn:microsoft.com/office/officeart/2018/5/layout/IconLeafLabelList"/>
    <dgm:cxn modelId="{3AB59F42-0CEE-480D-91F8-637D3563E8FE}" type="presParOf" srcId="{8F1EB674-E97E-48D6-B245-0B122B57E2F5}" destId="{7F4B3D13-08B5-4279-8007-65F5F3CD24FA}" srcOrd="6" destOrd="0" presId="urn:microsoft.com/office/officeart/2018/5/layout/IconLeafLabelList"/>
    <dgm:cxn modelId="{DE7AB11A-1C60-4B84-BA52-3D347426EE58}" type="presParOf" srcId="{7F4B3D13-08B5-4279-8007-65F5F3CD24FA}" destId="{41B05278-180E-466A-9E38-6E44AF1BBBF7}" srcOrd="0" destOrd="0" presId="urn:microsoft.com/office/officeart/2018/5/layout/IconLeafLabelList"/>
    <dgm:cxn modelId="{B62C4359-C15A-4CFF-8CC4-4028FBF541CF}" type="presParOf" srcId="{7F4B3D13-08B5-4279-8007-65F5F3CD24FA}" destId="{C92CE013-CC50-4762-8503-ECD7BA9905EF}" srcOrd="1" destOrd="0" presId="urn:microsoft.com/office/officeart/2018/5/layout/IconLeafLabelList"/>
    <dgm:cxn modelId="{21217A89-A20D-4A2C-98F0-17DB69138691}" type="presParOf" srcId="{7F4B3D13-08B5-4279-8007-65F5F3CD24FA}" destId="{A6F9F0A2-EA70-47AD-B429-80565D1CB8D0}" srcOrd="2" destOrd="0" presId="urn:microsoft.com/office/officeart/2018/5/layout/IconLeafLabelList"/>
    <dgm:cxn modelId="{7F072D63-023E-4C00-A4B0-4046DB6A445C}" type="presParOf" srcId="{7F4B3D13-08B5-4279-8007-65F5F3CD24FA}" destId="{1B12BF62-0011-40CD-B0DB-8B9459368568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EED9A2-AF89-405B-AD58-6AD124E1DA20}">
      <dsp:nvSpPr>
        <dsp:cNvPr id="0" name=""/>
        <dsp:cNvSpPr/>
      </dsp:nvSpPr>
      <dsp:spPr>
        <a:xfrm>
          <a:off x="0" y="531"/>
          <a:ext cx="5181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5C8B45-6EEC-4724-983C-603195E72A7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153A3-6ECC-47A7-BC9F-B7263DED5A48}">
      <dsp:nvSpPr>
        <dsp:cNvPr id="0" name=""/>
        <dsp:cNvSpPr/>
      </dsp:nvSpPr>
      <dsp:spPr>
        <a:xfrm>
          <a:off x="1435590" y="531"/>
          <a:ext cx="3746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Obiettivo</a:t>
          </a:r>
          <a:r>
            <a:rPr lang="it-IT" sz="1500" kern="1200" dirty="0"/>
            <a:t>: Evolvere il servizio permettendo all’utente di navigare attraverso talk suggeriti.</a:t>
          </a:r>
          <a:endParaRPr lang="en-US" sz="1500" kern="1200" dirty="0"/>
        </a:p>
      </dsp:txBody>
      <dsp:txXfrm>
        <a:off x="1435590" y="531"/>
        <a:ext cx="3746009" cy="1242935"/>
      </dsp:txXfrm>
    </dsp:sp>
    <dsp:sp modelId="{23D14F75-43A3-4766-AD9D-F7E01DA30BC7}">
      <dsp:nvSpPr>
        <dsp:cNvPr id="0" name=""/>
        <dsp:cNvSpPr/>
      </dsp:nvSpPr>
      <dsp:spPr>
        <a:xfrm>
          <a:off x="0" y="1519833"/>
          <a:ext cx="5181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0C0A4A-B1A1-4840-8113-B90669929096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4C248-BD75-4A71-9B29-F5F503BE2B9A}">
      <dsp:nvSpPr>
        <dsp:cNvPr id="0" name=""/>
        <dsp:cNvSpPr/>
      </dsp:nvSpPr>
      <dsp:spPr>
        <a:xfrm>
          <a:off x="1435590" y="1554201"/>
          <a:ext cx="3746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Data</a:t>
          </a:r>
          <a:r>
            <a:rPr lang="it-IT" sz="1500" kern="1200" dirty="0"/>
            <a:t> </a:t>
          </a:r>
          <a:r>
            <a:rPr lang="it-IT" sz="1500" b="1" kern="1200" dirty="0"/>
            <a:t>Strategy</a:t>
          </a:r>
          <a:r>
            <a:rPr lang="it-IT" sz="1500" kern="1200" dirty="0"/>
            <a:t>: Utilizzo di uno schema </a:t>
          </a:r>
          <a:r>
            <a:rPr lang="it-IT" sz="1500" kern="1200" dirty="0" err="1"/>
            <a:t>Mongoose</a:t>
          </a:r>
          <a:r>
            <a:rPr lang="it-IT" sz="1500" kern="1200" dirty="0"/>
            <a:t> ottimizzato che mappa i talk per tag (LF </a:t>
          </a:r>
          <a:r>
            <a:rPr lang="it-IT" sz="1500" kern="1200" dirty="0" err="1"/>
            <a:t>Get_Talks_By_Tag</a:t>
          </a:r>
          <a:r>
            <a:rPr lang="it-IT" sz="1500" kern="1200" dirty="0"/>
            <a:t>)  e per ID (LF </a:t>
          </a:r>
          <a:r>
            <a:rPr lang="it-IT" sz="1500" kern="1200" dirty="0" err="1"/>
            <a:t>Get_Watch_Next_By_ID</a:t>
          </a:r>
          <a:r>
            <a:rPr lang="it-IT" sz="1500" kern="1200" dirty="0"/>
            <a:t>).</a:t>
          </a:r>
          <a:endParaRPr lang="en-US" sz="1500" kern="1200" dirty="0"/>
        </a:p>
      </dsp:txBody>
      <dsp:txXfrm>
        <a:off x="1435590" y="1554201"/>
        <a:ext cx="3746009" cy="1242935"/>
      </dsp:txXfrm>
    </dsp:sp>
    <dsp:sp modelId="{A7343515-2BB4-42D5-8D00-38D020A689DB}">
      <dsp:nvSpPr>
        <dsp:cNvPr id="0" name=""/>
        <dsp:cNvSpPr/>
      </dsp:nvSpPr>
      <dsp:spPr>
        <a:xfrm>
          <a:off x="0" y="3107870"/>
          <a:ext cx="5181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27BF8-0A8D-484F-97E2-551181A5B26C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0C82AC-7541-4095-9319-36DD762B3B42}">
      <dsp:nvSpPr>
        <dsp:cNvPr id="0" name=""/>
        <dsp:cNvSpPr/>
      </dsp:nvSpPr>
      <dsp:spPr>
        <a:xfrm>
          <a:off x="1435590" y="3107870"/>
          <a:ext cx="3746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Infrastruttura</a:t>
          </a:r>
          <a:r>
            <a:rPr lang="it-IT" sz="1500" kern="1200" dirty="0"/>
            <a:t>: Sincronizzazione in tempo reale tra </a:t>
          </a:r>
          <a:r>
            <a:rPr lang="it-IT" sz="1500" kern="1200" dirty="0" err="1"/>
            <a:t>MongoDB</a:t>
          </a:r>
          <a:r>
            <a:rPr lang="it-IT" sz="1500" kern="1200" dirty="0"/>
            <a:t> e AWS.</a:t>
          </a:r>
          <a:endParaRPr lang="en-US" sz="1500" kern="1200" dirty="0"/>
        </a:p>
      </dsp:txBody>
      <dsp:txXfrm>
        <a:off x="1435590" y="3107870"/>
        <a:ext cx="3746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C8A7E-B0FE-401A-8FB7-0760ABEDDDAE}">
      <dsp:nvSpPr>
        <dsp:cNvPr id="0" name=""/>
        <dsp:cNvSpPr/>
      </dsp:nvSpPr>
      <dsp:spPr>
        <a:xfrm>
          <a:off x="925435" y="150937"/>
          <a:ext cx="695302" cy="695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9838B-30EC-4278-B90A-7EF3082EF59E}">
      <dsp:nvSpPr>
        <dsp:cNvPr id="0" name=""/>
        <dsp:cNvSpPr/>
      </dsp:nvSpPr>
      <dsp:spPr>
        <a:xfrm>
          <a:off x="500528" y="1101871"/>
          <a:ext cx="1545117" cy="75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Lambda Deployment</a:t>
          </a:r>
          <a:r>
            <a:rPr lang="en-US" sz="1100" kern="1200"/>
            <a:t>: Funzione in Node.js, configurazione DB connection e layer necessari per Mongoose.</a:t>
          </a:r>
        </a:p>
      </dsp:txBody>
      <dsp:txXfrm>
        <a:off x="500528" y="1101871"/>
        <a:ext cx="1545117" cy="753244"/>
      </dsp:txXfrm>
    </dsp:sp>
    <dsp:sp modelId="{92A31920-121E-4C36-92EC-E7BB2EC476F4}">
      <dsp:nvSpPr>
        <dsp:cNvPr id="0" name=""/>
        <dsp:cNvSpPr/>
      </dsp:nvSpPr>
      <dsp:spPr>
        <a:xfrm>
          <a:off x="2740948" y="150937"/>
          <a:ext cx="695302" cy="695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028D2E-2B18-4517-9DCA-8BA9F211408D}">
      <dsp:nvSpPr>
        <dsp:cNvPr id="0" name=""/>
        <dsp:cNvSpPr/>
      </dsp:nvSpPr>
      <dsp:spPr>
        <a:xfrm>
          <a:off x="2316041" y="1101871"/>
          <a:ext cx="1545117" cy="75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Logica API:</a:t>
          </a:r>
          <a:r>
            <a:rPr lang="en-US" sz="1100" kern="1200"/>
            <a:t> Implementazione pagina dinamica per gestire grandi volumi.</a:t>
          </a:r>
        </a:p>
      </dsp:txBody>
      <dsp:txXfrm>
        <a:off x="2316041" y="1101871"/>
        <a:ext cx="1545117" cy="753244"/>
      </dsp:txXfrm>
    </dsp:sp>
    <dsp:sp modelId="{E8949E79-3EA8-49DF-ABE9-E61930C31295}">
      <dsp:nvSpPr>
        <dsp:cNvPr id="0" name=""/>
        <dsp:cNvSpPr/>
      </dsp:nvSpPr>
      <dsp:spPr>
        <a:xfrm>
          <a:off x="925435" y="2241395"/>
          <a:ext cx="695302" cy="695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0FF2B-B494-4071-A875-AA9A218EAFDA}">
      <dsp:nvSpPr>
        <dsp:cNvPr id="0" name=""/>
        <dsp:cNvSpPr/>
      </dsp:nvSpPr>
      <dsp:spPr>
        <a:xfrm>
          <a:off x="500528" y="3192330"/>
          <a:ext cx="1545117" cy="75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Esposizione:</a:t>
          </a:r>
          <a:r>
            <a:rPr lang="en-US" sz="1100" kern="1200"/>
            <a:t> Endpoint REST esposto via API Gateway e testato con Postman.</a:t>
          </a:r>
        </a:p>
      </dsp:txBody>
      <dsp:txXfrm>
        <a:off x="500528" y="3192330"/>
        <a:ext cx="1545117" cy="753244"/>
      </dsp:txXfrm>
    </dsp:sp>
    <dsp:sp modelId="{9A7C702D-52D2-45D9-AAD6-8157C1B7E00C}">
      <dsp:nvSpPr>
        <dsp:cNvPr id="0" name=""/>
        <dsp:cNvSpPr/>
      </dsp:nvSpPr>
      <dsp:spPr>
        <a:xfrm>
          <a:off x="2740948" y="2241395"/>
          <a:ext cx="695302" cy="6953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C67D0B-35F0-4FDB-97BB-723D5101706D}">
      <dsp:nvSpPr>
        <dsp:cNvPr id="0" name=""/>
        <dsp:cNvSpPr/>
      </dsp:nvSpPr>
      <dsp:spPr>
        <a:xfrm>
          <a:off x="2316041" y="3192330"/>
          <a:ext cx="1545117" cy="753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User Experience</a:t>
          </a:r>
          <a:r>
            <a:rPr lang="en-US" sz="1100" kern="1200"/>
            <a:t>: L’utente viene guidato nella visione di contenuti affini al video che sta visualizzando. </a:t>
          </a:r>
        </a:p>
      </dsp:txBody>
      <dsp:txXfrm>
        <a:off x="2316041" y="3192330"/>
        <a:ext cx="1545117" cy="7532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15DC5F-503D-4DC1-9285-BF8330C6EB15}">
      <dsp:nvSpPr>
        <dsp:cNvPr id="0" name=""/>
        <dsp:cNvSpPr/>
      </dsp:nvSpPr>
      <dsp:spPr>
        <a:xfrm>
          <a:off x="0" y="1805"/>
          <a:ext cx="5181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492401-7915-4136-90B3-3B59F351B455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0251E0-62E7-4EDC-A44A-558ECBA7E4D1}">
      <dsp:nvSpPr>
        <dsp:cNvPr id="0" name=""/>
        <dsp:cNvSpPr/>
      </dsp:nvSpPr>
      <dsp:spPr>
        <a:xfrm>
          <a:off x="1057183" y="1805"/>
          <a:ext cx="4124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S3 </a:t>
          </a:r>
          <a:r>
            <a:rPr lang="it-IT" sz="1500" b="1" kern="1200" dirty="0" err="1"/>
            <a:t>Paging</a:t>
          </a:r>
          <a:r>
            <a:rPr lang="it-IT" sz="1500" kern="1200" dirty="0"/>
            <a:t>: Scansione dei JSON tramite ListObjectV2Command per gestire grandi volumi di dati</a:t>
          </a:r>
          <a:endParaRPr lang="en-US" sz="1500" kern="1200" dirty="0"/>
        </a:p>
      </dsp:txBody>
      <dsp:txXfrm>
        <a:off x="1057183" y="1805"/>
        <a:ext cx="4124416" cy="915310"/>
      </dsp:txXfrm>
    </dsp:sp>
    <dsp:sp modelId="{1E013543-F12A-4EF5-B553-26EABA59F645}">
      <dsp:nvSpPr>
        <dsp:cNvPr id="0" name=""/>
        <dsp:cNvSpPr/>
      </dsp:nvSpPr>
      <dsp:spPr>
        <a:xfrm>
          <a:off x="0" y="1145944"/>
          <a:ext cx="5181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508BAD-9486-4609-B9CA-A8EA5F54FA25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DCEE5-7644-430B-A2F1-635899F7D0D5}">
      <dsp:nvSpPr>
        <dsp:cNvPr id="0" name=""/>
        <dsp:cNvSpPr/>
      </dsp:nvSpPr>
      <dsp:spPr>
        <a:xfrm>
          <a:off x="1057183" y="1145944"/>
          <a:ext cx="4124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 err="1"/>
            <a:t>Batching</a:t>
          </a:r>
          <a:r>
            <a:rPr lang="it-IT" sz="1500" kern="1200" dirty="0"/>
            <a:t>: Raggruppamento dei file in pacchetti da 10 per ottimizzare le chiamate a SQS</a:t>
          </a:r>
          <a:endParaRPr lang="en-US" sz="1500" kern="1200" dirty="0"/>
        </a:p>
      </dsp:txBody>
      <dsp:txXfrm>
        <a:off x="1057183" y="1145944"/>
        <a:ext cx="4124416" cy="915310"/>
      </dsp:txXfrm>
    </dsp:sp>
    <dsp:sp modelId="{49126E93-6390-4447-9D95-1CE99BF2264F}">
      <dsp:nvSpPr>
        <dsp:cNvPr id="0" name=""/>
        <dsp:cNvSpPr/>
      </dsp:nvSpPr>
      <dsp:spPr>
        <a:xfrm>
          <a:off x="0" y="2290082"/>
          <a:ext cx="5181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72D9DB-97E2-4FAF-BA7C-1A2BBA894D9F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1F73CB-F17C-4200-A9C6-ACB749023673}">
      <dsp:nvSpPr>
        <dsp:cNvPr id="0" name=""/>
        <dsp:cNvSpPr/>
      </dsp:nvSpPr>
      <dsp:spPr>
        <a:xfrm>
          <a:off x="1057183" y="2290082"/>
          <a:ext cx="4124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Runtime</a:t>
          </a:r>
          <a:r>
            <a:rPr lang="it-IT" sz="1500" kern="1200" dirty="0"/>
            <a:t>: Node.js per massimizzare la velocità di I/O durante il </a:t>
          </a:r>
          <a:r>
            <a:rPr lang="it-IT" sz="1500" kern="1200" dirty="0" err="1"/>
            <a:t>dispatching</a:t>
          </a:r>
          <a:r>
            <a:rPr lang="it-IT" sz="1500" kern="1200" dirty="0"/>
            <a:t>.</a:t>
          </a:r>
          <a:endParaRPr lang="en-US" sz="1500" kern="1200" dirty="0"/>
        </a:p>
      </dsp:txBody>
      <dsp:txXfrm>
        <a:off x="1057183" y="2290082"/>
        <a:ext cx="4124416" cy="915310"/>
      </dsp:txXfrm>
    </dsp:sp>
    <dsp:sp modelId="{6EB61CC9-FB1F-4A8B-BD54-0A550AFA9475}">
      <dsp:nvSpPr>
        <dsp:cNvPr id="0" name=""/>
        <dsp:cNvSpPr/>
      </dsp:nvSpPr>
      <dsp:spPr>
        <a:xfrm>
          <a:off x="0" y="3434221"/>
          <a:ext cx="5181600" cy="9153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112F93-5F63-48AF-9C2C-7637CABFE212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D3AC3-32BD-45A2-AFAC-F33E980AC6AA}">
      <dsp:nvSpPr>
        <dsp:cNvPr id="0" name=""/>
        <dsp:cNvSpPr/>
      </dsp:nvSpPr>
      <dsp:spPr>
        <a:xfrm>
          <a:off x="1057183" y="3434221"/>
          <a:ext cx="4124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b="1" kern="1200" dirty="0"/>
            <a:t>Disaccoppiamento</a:t>
          </a:r>
          <a:r>
            <a:rPr lang="it-IT" sz="1500" kern="1200" dirty="0"/>
            <a:t>: SQS funge da buffer, garantendo resilienza contro eventuali fallimenti.</a:t>
          </a:r>
          <a:endParaRPr lang="en-US" sz="1500" kern="1200" dirty="0"/>
        </a:p>
      </dsp:txBody>
      <dsp:txXfrm>
        <a:off x="1057183" y="3434221"/>
        <a:ext cx="4124416" cy="915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B3E09-A6DD-4443-868B-F1173D2AEDAC}">
      <dsp:nvSpPr>
        <dsp:cNvPr id="0" name=""/>
        <dsp:cNvSpPr/>
      </dsp:nvSpPr>
      <dsp:spPr>
        <a:xfrm>
          <a:off x="1125496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745E76-168E-46A0-A4D2-51676A4B90F7}">
      <dsp:nvSpPr>
        <dsp:cNvPr id="0" name=""/>
        <dsp:cNvSpPr/>
      </dsp:nvSpPr>
      <dsp:spPr>
        <a:xfrm>
          <a:off x="1338929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B279D-45B0-4939-8ECA-7C9ACAD2D965}">
      <dsp:nvSpPr>
        <dsp:cNvPr id="0" name=""/>
        <dsp:cNvSpPr/>
      </dsp:nvSpPr>
      <dsp:spPr>
        <a:xfrm>
          <a:off x="80534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/>
            <a:t>100% serverless</a:t>
          </a:r>
          <a:endParaRPr lang="en-US" sz="1900" kern="1200"/>
        </a:p>
      </dsp:txBody>
      <dsp:txXfrm>
        <a:off x="805345" y="1313725"/>
        <a:ext cx="1641796" cy="656718"/>
      </dsp:txXfrm>
    </dsp:sp>
    <dsp:sp modelId="{C4E90EDC-A7CF-4A5F-A88C-04E924779EB9}">
      <dsp:nvSpPr>
        <dsp:cNvPr id="0" name=""/>
        <dsp:cNvSpPr/>
      </dsp:nvSpPr>
      <dsp:spPr>
        <a:xfrm>
          <a:off x="3054607" y="288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95DF3-00D2-453F-A952-F98F5306048C}">
      <dsp:nvSpPr>
        <dsp:cNvPr id="0" name=""/>
        <dsp:cNvSpPr/>
      </dsp:nvSpPr>
      <dsp:spPr>
        <a:xfrm>
          <a:off x="3268041" y="213721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F591AD-4899-43D3-AB45-977821D7A6C6}">
      <dsp:nvSpPr>
        <dsp:cNvPr id="0" name=""/>
        <dsp:cNvSpPr/>
      </dsp:nvSpPr>
      <dsp:spPr>
        <a:xfrm>
          <a:off x="273445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/>
            <a:t>LLM: AI ready</a:t>
          </a:r>
          <a:endParaRPr lang="en-US" sz="1900" kern="1200"/>
        </a:p>
      </dsp:txBody>
      <dsp:txXfrm>
        <a:off x="2734457" y="1313725"/>
        <a:ext cx="1641796" cy="656718"/>
      </dsp:txXfrm>
    </dsp:sp>
    <dsp:sp modelId="{A53B378A-EA9F-4915-90E3-C0AC3E6120FE}">
      <dsp:nvSpPr>
        <dsp:cNvPr id="0" name=""/>
        <dsp:cNvSpPr/>
      </dsp:nvSpPr>
      <dsp:spPr>
        <a:xfrm>
          <a:off x="1125496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617511-E73C-4951-8849-BB04DA083EC6}">
      <dsp:nvSpPr>
        <dsp:cNvPr id="0" name=""/>
        <dsp:cNvSpPr/>
      </dsp:nvSpPr>
      <dsp:spPr>
        <a:xfrm>
          <a:off x="1338929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292A2A-830A-4506-9DC8-2FDBEFB49450}">
      <dsp:nvSpPr>
        <dsp:cNvPr id="0" name=""/>
        <dsp:cNvSpPr/>
      </dsp:nvSpPr>
      <dsp:spPr>
        <a:xfrm>
          <a:off x="805345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/>
            <a:t>Polyglot (JS/PY)</a:t>
          </a:r>
          <a:endParaRPr lang="en-US" sz="1900" kern="1200"/>
        </a:p>
      </dsp:txBody>
      <dsp:txXfrm>
        <a:off x="805345" y="3694331"/>
        <a:ext cx="1641796" cy="656718"/>
      </dsp:txXfrm>
    </dsp:sp>
    <dsp:sp modelId="{41B05278-180E-466A-9E38-6E44AF1BBBF7}">
      <dsp:nvSpPr>
        <dsp:cNvPr id="0" name=""/>
        <dsp:cNvSpPr/>
      </dsp:nvSpPr>
      <dsp:spPr>
        <a:xfrm>
          <a:off x="3054607" y="2380893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CE013-CC50-4762-8503-ECD7BA9905EF}">
      <dsp:nvSpPr>
        <dsp:cNvPr id="0" name=""/>
        <dsp:cNvSpPr/>
      </dsp:nvSpPr>
      <dsp:spPr>
        <a:xfrm>
          <a:off x="3268041" y="2594327"/>
          <a:ext cx="574628" cy="5746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12BF62-0011-40CD-B0DB-8B9459368568}">
      <dsp:nvSpPr>
        <dsp:cNvPr id="0" name=""/>
        <dsp:cNvSpPr/>
      </dsp:nvSpPr>
      <dsp:spPr>
        <a:xfrm>
          <a:off x="2734457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it-IT" sz="1900" kern="1200"/>
            <a:t>∞ scalabile</a:t>
          </a:r>
          <a:endParaRPr lang="en-US" sz="1900" kern="1200"/>
        </a:p>
      </dsp:txBody>
      <dsp:txXfrm>
        <a:off x="2734457" y="3694331"/>
        <a:ext cx="1641796" cy="6567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4D351-DB53-41B6-9623-4DDB5E5FD00F}" type="datetimeFigureOut">
              <a:rPr lang="it-IT" smtClean="0"/>
              <a:t>05/06/2026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43DFC9-2CD9-418B-90D0-AAA2F21BB4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2911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62502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EE9BB-252E-8804-83D1-D4D8915C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54956B1-0B72-0453-5E51-C44BF0525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A66E1CD-8D5C-DC7F-88BE-5EC29604F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CBA17AD-93A0-3915-14A7-88AFFD8E5B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103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C5D84-3716-668C-0CB6-04067F084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53B60E7-B64C-26C9-2C1D-27814271FB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7D7B731-9161-9CA4-1DF2-E831F91B2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B025623-23AF-B7C8-B655-76515435E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3569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77511-8A55-2B8B-29A8-7EB86EB2F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070E69A-F609-6207-7058-7C6EE6736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7CA62DD-EA55-2F12-F005-A3DE730B2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D9455F9-2D9A-A88D-9D52-08380FEDAF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2603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0446-1E65-41FF-EF75-C81CFC8E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D137C21-7D5C-90A5-FF1F-7FA311C91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8229AC74-3318-2820-D4B7-D58FA55F2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36BC01-2BD6-3F68-1C64-2E52A3D9E9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59451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D765B-B692-5A3F-B6BE-D6AC2818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CBFB9D96-D099-C152-B339-2B665BBD3E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27DB2B6-08EA-6E25-4A67-D7E3148C0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E31A626-ECAB-03E0-437D-FF1D75ABF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39847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BE9D1-A4DA-D647-DC23-0186BC60D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FD7C4A0-D423-B1E7-DCD3-E3B9D692D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244DC6-18CF-E945-7C43-032BDF375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4204526-D42D-9FBC-BBC1-53D81DEB4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93404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747C7-9882-0A01-C7EF-2F57B09F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9EE9A6E-F752-6E3B-EF67-62E74EF17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88520CA-52AC-8310-FDAC-0D8B905A9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1BC3F3-CC9E-56CE-B58F-F3880967C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43DFC9-2CD9-418B-90D0-AAA2F21BB438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1441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0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1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4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3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32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36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55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49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87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7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359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4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abiotomasoni/cloud_mobile_2026_shorted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ello.com/b/jYELzvvY/piattaforme-cloud-e-applicazioni-mobili-shorted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0.pn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3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Nuvole bianche geometriche in un cielo blu">
            <a:extLst>
              <a:ext uri="{FF2B5EF4-FFF2-40B4-BE49-F238E27FC236}">
                <a16:creationId xmlns:a16="http://schemas.microsoft.com/office/drawing/2014/main" id="{3B1F4007-0D44-215F-0167-66080A979CC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25000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FED3E46-AE5B-DB9B-8A53-97373C638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Cloud &amp; Mobile 2026- Homework 3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5855AED-048D-076A-62A4-86178C0FEC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8071109" cy="2322383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Fabio </a:t>
            </a:r>
            <a:r>
              <a:rPr lang="en-US" sz="1700" dirty="0" err="1">
                <a:solidFill>
                  <a:srgbClr val="FFFFFF"/>
                </a:solidFill>
              </a:rPr>
              <a:t>Tomasoni</a:t>
            </a:r>
            <a:r>
              <a:rPr lang="en-US" sz="1700" dirty="0">
                <a:solidFill>
                  <a:srgbClr val="FFFFFF"/>
                </a:solidFill>
              </a:rPr>
              <a:t>, </a:t>
            </a:r>
            <a:r>
              <a:rPr lang="en-US" sz="1700" dirty="0" err="1">
                <a:solidFill>
                  <a:srgbClr val="FFFFFF"/>
                </a:solidFill>
              </a:rPr>
              <a:t>matricola</a:t>
            </a:r>
            <a:r>
              <a:rPr lang="en-US" sz="1700" dirty="0">
                <a:solidFill>
                  <a:srgbClr val="FFFFFF"/>
                </a:solidFill>
              </a:rPr>
              <a:t> 1091999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Simone Gatti, </a:t>
            </a:r>
            <a:r>
              <a:rPr lang="en-US" sz="1700" dirty="0" err="1">
                <a:solidFill>
                  <a:srgbClr val="FFFFFF"/>
                </a:solidFill>
              </a:rPr>
              <a:t>matricola</a:t>
            </a:r>
            <a:r>
              <a:rPr lang="en-US" sz="1700" dirty="0">
                <a:solidFill>
                  <a:srgbClr val="FFFFFF"/>
                </a:solidFill>
              </a:rPr>
              <a:t> 1091998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FFFFFF"/>
              </a:solidFill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/>
              <a:t>GitHub: </a:t>
            </a:r>
            <a:r>
              <a:rPr lang="it-IT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https://github.com/fabiotomasoni/cloud_mobile_2026_shorted</a:t>
            </a:r>
            <a:endParaRPr lang="it-IT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FFFFFF"/>
              </a:solidFill>
            </a:endParaRP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Trello: </a:t>
            </a:r>
            <a:r>
              <a:rPr lang="it-IT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https://trello.com/b/jYELzvvY/piattaforme-cloud-e-applicazioni-mobili-shorted</a:t>
            </a:r>
            <a:endParaRPr lang="it-IT" dirty="0"/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75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1EE3AC-FDCB-E225-C1E3-7E78201FC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MyTEDx – NAVIGAZIONE DELL’UTENTE ATTRAVERSO I TALK</a:t>
            </a:r>
            <a:endParaRPr lang="it-IT" dirty="0"/>
          </a:p>
        </p:txBody>
      </p:sp>
      <p:graphicFrame>
        <p:nvGraphicFramePr>
          <p:cNvPr id="8" name="Segnaposto contenuto 3">
            <a:extLst>
              <a:ext uri="{FF2B5EF4-FFF2-40B4-BE49-F238E27FC236}">
                <a16:creationId xmlns:a16="http://schemas.microsoft.com/office/drawing/2014/main" id="{1E5F3013-6CBE-07E6-7A14-D11F10BF1C1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401695727"/>
              </p:ext>
            </p:extLst>
          </p:nvPr>
        </p:nvGraphicFramePr>
        <p:xfrm>
          <a:off x="612648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0D049C70-CE41-77C9-4407-85A166DAF0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/>
          <a:stretch>
            <a:fillRect/>
          </a:stretch>
        </p:blipFill>
        <p:spPr>
          <a:xfrm>
            <a:off x="5895235" y="2487562"/>
            <a:ext cx="5983915" cy="266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23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E909A-0FF2-F818-78AB-2C80F4EA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9C32CE0-26DB-97CD-33B6-F70586A80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MyTEDx – LF «GET WATCH NEXT BY ID»</a:t>
            </a:r>
            <a:endParaRPr lang="en-US" sz="3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7" name="Segnaposto contenuto 6">
            <a:extLst>
              <a:ext uri="{FF2B5EF4-FFF2-40B4-BE49-F238E27FC236}">
                <a16:creationId xmlns:a16="http://schemas.microsoft.com/office/drawing/2014/main" id="{8638950E-65EA-8634-2EAC-BB3BB4CCEE48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612647" y="2212848"/>
          <a:ext cx="4361687" cy="4096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2298E117-9969-2032-B3EB-51D0B239B6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09" r="12673" b="-1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767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A3C00D-C756-8628-AC37-2012C991A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450C3A0-EDCC-5B11-2331-4C9BE22D6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ShorTED</a:t>
            </a:r>
            <a:r>
              <a:rPr lang="it-IT" dirty="0"/>
              <a:t>: Ingestione tramite LF </a:t>
            </a:r>
            <a:r>
              <a:rPr lang="it-IT" dirty="0" err="1"/>
              <a:t>Dispatcher</a:t>
            </a:r>
            <a:endParaRPr lang="it-IT" dirty="0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6148EE6E-31EC-4A10-0450-D30C6DADCD9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l="1274" t="17735" r="1472" b="6836"/>
          <a:stretch>
            <a:fillRect/>
          </a:stretch>
        </p:blipFill>
        <p:spPr>
          <a:xfrm>
            <a:off x="6238240" y="2834640"/>
            <a:ext cx="5639286" cy="2387601"/>
          </a:xfrm>
          <a:prstGeom prst="rect">
            <a:avLst/>
          </a:prstGeom>
        </p:spPr>
      </p:pic>
      <p:graphicFrame>
        <p:nvGraphicFramePr>
          <p:cNvPr id="9" name="Segnaposto contenuto 6">
            <a:extLst>
              <a:ext uri="{FF2B5EF4-FFF2-40B4-BE49-F238E27FC236}">
                <a16:creationId xmlns:a16="http://schemas.microsoft.com/office/drawing/2014/main" id="{E8D083C4-93A7-683C-83D0-27B021951BE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41177721"/>
              </p:ext>
            </p:extLst>
          </p:nvPr>
        </p:nvGraphicFramePr>
        <p:xfrm>
          <a:off x="612648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03478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AA4C1D-3677-E62A-DBC5-B124115D9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2AFC67-0973-EC0D-F14E-710D701B2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CC52683-B5D3-1F13-E540-2D95CEC4B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6076"/>
            <a:ext cx="3553412" cy="131447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2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ShorTED</a:t>
            </a: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28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Elaborazione</a:t>
            </a:r>
            <a:r>
              <a:rPr lang="en-US" sz="2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LF Orchestrator &amp; AI</a:t>
            </a:r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8388B0F-DC13-64B2-2A73-361A16067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2212848"/>
            <a:ext cx="3553412" cy="41224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b="1" dirty="0"/>
              <a:t>AI</a:t>
            </a:r>
            <a:r>
              <a:rPr lang="en-US" sz="1800" dirty="0"/>
              <a:t>: </a:t>
            </a:r>
            <a:r>
              <a:rPr lang="en-US" sz="1800" dirty="0" err="1"/>
              <a:t>Integrazione</a:t>
            </a:r>
            <a:r>
              <a:rPr lang="en-US" sz="1800" dirty="0"/>
              <a:t> con AWS Bedrock per </a:t>
            </a:r>
            <a:r>
              <a:rPr lang="en-US" sz="1800" dirty="0" err="1"/>
              <a:t>analisi</a:t>
            </a:r>
            <a:r>
              <a:rPr lang="en-US" sz="1800" dirty="0"/>
              <a:t> e </a:t>
            </a:r>
            <a:r>
              <a:rPr lang="en-US" sz="1800" dirty="0" err="1"/>
              <a:t>sintesi</a:t>
            </a:r>
            <a:r>
              <a:rPr lang="en-US" sz="1800" dirty="0"/>
              <a:t> </a:t>
            </a:r>
            <a:r>
              <a:rPr lang="en-US" sz="1800" dirty="0" err="1"/>
              <a:t>contenuti</a:t>
            </a:r>
            <a:endParaRPr lang="en-US" sz="1800" dirty="0"/>
          </a:p>
          <a:p>
            <a:pPr>
              <a:lnSpc>
                <a:spcPct val="110000"/>
              </a:lnSpc>
            </a:pPr>
            <a:r>
              <a:rPr lang="en-US" sz="1800" b="1" dirty="0" err="1"/>
              <a:t>Persistenza</a:t>
            </a:r>
            <a:r>
              <a:rPr lang="en-US" sz="1800" dirty="0"/>
              <a:t>: I </a:t>
            </a:r>
            <a:r>
              <a:rPr lang="en-US" sz="1800" dirty="0" err="1"/>
              <a:t>risultati</a:t>
            </a:r>
            <a:r>
              <a:rPr lang="en-US" sz="1800" dirty="0"/>
              <a:t> </a:t>
            </a:r>
            <a:r>
              <a:rPr lang="en-US" sz="1800" dirty="0" err="1"/>
              <a:t>vengono</a:t>
            </a:r>
            <a:r>
              <a:rPr lang="en-US" sz="1800" dirty="0"/>
              <a:t> </a:t>
            </a:r>
            <a:r>
              <a:rPr lang="en-US" sz="1800" dirty="0" err="1"/>
              <a:t>salvati</a:t>
            </a:r>
            <a:r>
              <a:rPr lang="en-US" sz="1800" dirty="0"/>
              <a:t> </a:t>
            </a:r>
            <a:r>
              <a:rPr lang="en-US" sz="1800" dirty="0" err="1"/>
              <a:t>su</a:t>
            </a:r>
            <a:r>
              <a:rPr lang="en-US" sz="1800" dirty="0"/>
              <a:t> MongoDB Atlas</a:t>
            </a:r>
          </a:p>
          <a:p>
            <a:pPr>
              <a:lnSpc>
                <a:spcPct val="110000"/>
              </a:lnSpc>
            </a:pPr>
            <a:r>
              <a:rPr lang="en-US" sz="1800" b="1" dirty="0"/>
              <a:t>Runtime</a:t>
            </a:r>
            <a:r>
              <a:rPr lang="en-US" sz="1800" dirty="0"/>
              <a:t>: Python per la </a:t>
            </a:r>
            <a:r>
              <a:rPr lang="en-US" sz="1800" dirty="0" err="1"/>
              <a:t>gestione</a:t>
            </a:r>
            <a:r>
              <a:rPr lang="en-US" sz="1800" dirty="0"/>
              <a:t> </a:t>
            </a:r>
            <a:r>
              <a:rPr lang="en-US" sz="1800" dirty="0" err="1"/>
              <a:t>avanzata</a:t>
            </a:r>
            <a:r>
              <a:rPr lang="en-US" sz="1800" dirty="0"/>
              <a:t> </a:t>
            </a:r>
            <a:r>
              <a:rPr lang="en-US" sz="1800" dirty="0" err="1"/>
              <a:t>dei</a:t>
            </a:r>
            <a:r>
              <a:rPr lang="en-US" sz="1800" dirty="0"/>
              <a:t> </a:t>
            </a:r>
            <a:r>
              <a:rPr lang="en-US" sz="1800" dirty="0" err="1"/>
              <a:t>dati</a:t>
            </a:r>
            <a:r>
              <a:rPr lang="en-US" sz="1800" dirty="0"/>
              <a:t> e </a:t>
            </a:r>
            <a:r>
              <a:rPr lang="en-US" sz="1800" dirty="0" err="1"/>
              <a:t>integrazione</a:t>
            </a:r>
            <a:r>
              <a:rPr lang="en-US" sz="1800" dirty="0"/>
              <a:t> AI.</a:t>
            </a:r>
          </a:p>
          <a:p>
            <a:pPr>
              <a:lnSpc>
                <a:spcPct val="110000"/>
              </a:lnSpc>
            </a:pPr>
            <a:r>
              <a:rPr lang="en-US" sz="1800" b="1" dirty="0" err="1"/>
              <a:t>Validazione</a:t>
            </a:r>
            <a:r>
              <a:rPr lang="en-US" sz="1800" dirty="0"/>
              <a:t>: </a:t>
            </a:r>
            <a:r>
              <a:rPr lang="en-US" sz="1800" dirty="0" err="1"/>
              <a:t>Controllo</a:t>
            </a:r>
            <a:r>
              <a:rPr lang="en-US" sz="1800" dirty="0"/>
              <a:t> di </a:t>
            </a:r>
            <a:r>
              <a:rPr lang="en-US" sz="1800" dirty="0" err="1"/>
              <a:t>integrità</a:t>
            </a:r>
            <a:r>
              <a:rPr lang="en-US" sz="1800" dirty="0"/>
              <a:t> finale prima della </a:t>
            </a:r>
            <a:r>
              <a:rPr lang="en-US" sz="1800" dirty="0" err="1"/>
              <a:t>pubblicazione</a:t>
            </a:r>
            <a:endParaRPr lang="en-US" sz="1800" dirty="0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27D125A8-7784-88D3-90C4-B0F4CA43824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 r="35727" b="1"/>
          <a:stretch>
            <a:fillRect/>
          </a:stretch>
        </p:blipFill>
        <p:spPr>
          <a:xfrm>
            <a:off x="4752550" y="10"/>
            <a:ext cx="743945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4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8BBE2-6B1C-0E9A-6B63-ADF7A891B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B5C45-05F7-6177-7297-80DA520B8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DATA PIPELINE &amp; AI PIPELINE: I VANTAGGI</a:t>
            </a: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0676CC8C-4382-91B2-9E99-B56A6E2887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/>
              <a:t>L'integrazione di queste funzionalità permette a </a:t>
            </a:r>
            <a:r>
              <a:rPr lang="it-IT" dirty="0" err="1"/>
              <a:t>ShorTED</a:t>
            </a:r>
            <a:r>
              <a:rPr lang="it-IT" dirty="0"/>
              <a:t> di trasformarsi da semplice catalogo a piattaforma di analisi intelligente, automatizzando la generazione di insight per ogni talk.</a:t>
            </a:r>
          </a:p>
          <a:p>
            <a:r>
              <a:rPr lang="it-IT" dirty="0"/>
              <a:t>In sintesi: abbiamo costruito un'infrastruttura robusta dove i dati grezzi dei talk vengono trasformati automaticamente in esperienza efficace e d’impatto per l'utente finale.</a:t>
            </a:r>
          </a:p>
          <a:p>
            <a:endParaRPr lang="it-IT" dirty="0"/>
          </a:p>
        </p:txBody>
      </p:sp>
      <p:graphicFrame>
        <p:nvGraphicFramePr>
          <p:cNvPr id="9" name="Segnaposto contenuto 6">
            <a:extLst>
              <a:ext uri="{FF2B5EF4-FFF2-40B4-BE49-F238E27FC236}">
                <a16:creationId xmlns:a16="http://schemas.microsoft.com/office/drawing/2014/main" id="{91738284-BB83-A990-D852-815D40C6E6F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64332224"/>
              </p:ext>
            </p:extLst>
          </p:nvPr>
        </p:nvGraphicFramePr>
        <p:xfrm>
          <a:off x="612648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3376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6C9B71-9F78-9582-AE61-C62E171C8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7DAFC5-0701-DFA2-4C34-F452B911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ECE54AFC-7367-0512-5016-80837BF3BC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18F9D2BA-CD67-DFA7-BFD7-ADDD5CA7D0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2104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FD1AD4-22A6-1B4D-4C21-F82239852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909237A-6EBF-F006-DE74-05EC22E7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11523C90-3F0C-E196-A802-E5DD300784A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9219D91B-D196-A2E5-969D-3C2C0B2ADC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333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8667E8-8DF9-BA00-B08A-505702A3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FB6C46E-C1EB-99D2-3EBA-B7065F1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7D179292-3EF0-7532-05C4-5E5BE00FD9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contenuto 6">
            <a:extLst>
              <a:ext uri="{FF2B5EF4-FFF2-40B4-BE49-F238E27FC236}">
                <a16:creationId xmlns:a16="http://schemas.microsoft.com/office/drawing/2014/main" id="{CA8E0731-9926-1654-0743-7DB5081166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8324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F92AA6-95B1-B7DB-D256-C11D8BB4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909EBDF-94DC-9811-56B2-90180F9B21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558AEA2-1AFD-749A-29A2-F66AC33DF8C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56507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384</Words>
  <Application>Microsoft Office PowerPoint</Application>
  <PresentationFormat>Widescreen</PresentationFormat>
  <Paragraphs>41</Paragraphs>
  <Slides>10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4" baseType="lpstr">
      <vt:lpstr>Aptos</vt:lpstr>
      <vt:lpstr>Arial</vt:lpstr>
      <vt:lpstr>Neue Haas Grotesk Text Pro</vt:lpstr>
      <vt:lpstr>VanillaVTI</vt:lpstr>
      <vt:lpstr>Cloud &amp; Mobile 2026- Homework 3</vt:lpstr>
      <vt:lpstr>MyTEDx – NAVIGAZIONE DELL’UTENTE ATTRAVERSO I TALK</vt:lpstr>
      <vt:lpstr>MyTEDx – LF «GET WATCH NEXT BY ID»</vt:lpstr>
      <vt:lpstr>ShorTED: Ingestione tramite LF Dispatcher</vt:lpstr>
      <vt:lpstr>ShorTED: Elaborazione con LF Orchestrator &amp; AI</vt:lpstr>
      <vt:lpstr>DATA PIPELINE &amp; AI PIPELINE: I VANTAGGI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GIOVANNI TOMASONI</dc:creator>
  <cp:lastModifiedBy>FABIO GIOVANNI TOMASONI</cp:lastModifiedBy>
  <cp:revision>1</cp:revision>
  <dcterms:created xsi:type="dcterms:W3CDTF">2026-06-05T13:15:04Z</dcterms:created>
  <dcterms:modified xsi:type="dcterms:W3CDTF">2026-06-05T16:11:27Z</dcterms:modified>
</cp:coreProperties>
</file>